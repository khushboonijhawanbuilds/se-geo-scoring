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3.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6" r:id="rId4"/>
    <p:sldMasterId id="2147484352" r:id="rId5"/>
    <p:sldMasterId id="2147484378" r:id="rId6"/>
    <p:sldMasterId id="2147484404" r:id="rId7"/>
  </p:sldMasterIdLst>
  <p:notesMasterIdLst>
    <p:notesMasterId r:id="rId21"/>
  </p:notesMasterIdLst>
  <p:handoutMasterIdLst>
    <p:handoutMasterId r:id="rId22"/>
  </p:handoutMasterIdLst>
  <p:sldIdLst>
    <p:sldId id="352" r:id="rId8"/>
    <p:sldId id="362" r:id="rId9"/>
    <p:sldId id="363" r:id="rId10"/>
    <p:sldId id="364" r:id="rId11"/>
    <p:sldId id="367" r:id="rId12"/>
    <p:sldId id="368" r:id="rId13"/>
    <p:sldId id="370" r:id="rId14"/>
    <p:sldId id="371" r:id="rId15"/>
    <p:sldId id="373" r:id="rId16"/>
    <p:sldId id="374" r:id="rId17"/>
    <p:sldId id="379" r:id="rId18"/>
    <p:sldId id="380" r:id="rId19"/>
    <p:sldId id="361" r:id="rId20"/>
  </p:sldIdLst>
  <p:sldSz cx="9144000" cy="5143500" type="screen16x9"/>
  <p:notesSz cx="7099300" cy="10234613"/>
  <p:defaultText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1BBB43-D7E8-165D-6752-137C0A99B0BD}" name="Kayla Franey" initials="KF" userId="S::sesa750313@se.com::d3e436af-7e18-4265-9a8a-da8154df740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Jackie Barlow"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9530"/>
    <a:srgbClr val="000000"/>
    <a:srgbClr val="3DCD58"/>
    <a:srgbClr val="36C74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70"/>
  </p:normalViewPr>
  <p:slideViewPr>
    <p:cSldViewPr snapToGrid="0">
      <p:cViewPr varScale="1">
        <p:scale>
          <a:sx n="84" d="100"/>
          <a:sy n="84" d="100"/>
        </p:scale>
        <p:origin x="804" y="56"/>
      </p:cViewPr>
      <p:guideLst/>
    </p:cSldViewPr>
  </p:slideViewPr>
  <p:notesTextViewPr>
    <p:cViewPr>
      <p:scale>
        <a:sx n="1" d="1"/>
        <a:sy n="1" d="1"/>
      </p:scale>
      <p:origin x="0" y="0"/>
    </p:cViewPr>
  </p:notesTextViewPr>
  <p:notesViewPr>
    <p:cSldViewPr snapToGrid="0">
      <p:cViewPr>
        <p:scale>
          <a:sx n="1" d="2"/>
          <a:sy n="1" d="2"/>
        </p:scale>
        <p:origin x="0" y="0"/>
      </p:cViewPr>
      <p:guideLst>
        <p:guide orient="horz" pos="3223"/>
        <p:guide pos="223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ushboo Nijhawan" userId="d511cf78-5176-472a-ab0a-910de603f0f7" providerId="ADAL" clId="{0051792A-3F2F-4215-B0DF-23AD2CBF5189}"/>
    <pc:docChg chg="custSel modSld">
      <pc:chgData name="Khushboo Nijhawan" userId="d511cf78-5176-472a-ab0a-910de603f0f7" providerId="ADAL" clId="{0051792A-3F2F-4215-B0DF-23AD2CBF5189}" dt="2026-10-07T06:54:05.105" v="9" actId="478"/>
      <pc:docMkLst>
        <pc:docMk/>
      </pc:docMkLst>
      <pc:sldChg chg="modSp mod">
        <pc:chgData name="Khushboo Nijhawan" userId="d511cf78-5176-472a-ab0a-910de603f0f7" providerId="ADAL" clId="{0051792A-3F2F-4215-B0DF-23AD2CBF5189}" dt="2026-10-07T06:53:17.400" v="4" actId="20577"/>
        <pc:sldMkLst>
          <pc:docMk/>
          <pc:sldMk cId="4042216144" sldId="352"/>
        </pc:sldMkLst>
        <pc:spChg chg="mod">
          <ac:chgData name="Khushboo Nijhawan" userId="d511cf78-5176-472a-ab0a-910de603f0f7" providerId="ADAL" clId="{0051792A-3F2F-4215-B0DF-23AD2CBF5189}" dt="2026-10-07T06:53:17.400" v="4" actId="20577"/>
          <ac:spMkLst>
            <pc:docMk/>
            <pc:sldMk cId="4042216144" sldId="352"/>
            <ac:spMk id="4" creationId="{D5ACE534-B5A0-8DD0-A254-5F7E49A00F61}"/>
          </ac:spMkLst>
        </pc:spChg>
      </pc:sldChg>
      <pc:sldChg chg="delSp modSp mod">
        <pc:chgData name="Khushboo Nijhawan" userId="d511cf78-5176-472a-ab0a-910de603f0f7" providerId="ADAL" clId="{0051792A-3F2F-4215-B0DF-23AD2CBF5189}" dt="2026-10-07T06:54:05.105" v="9" actId="478"/>
        <pc:sldMkLst>
          <pc:docMk/>
          <pc:sldMk cId="0" sldId="367"/>
        </pc:sldMkLst>
        <pc:spChg chg="del">
          <ac:chgData name="Khushboo Nijhawan" userId="d511cf78-5176-472a-ab0a-910de603f0f7" providerId="ADAL" clId="{0051792A-3F2F-4215-B0DF-23AD2CBF5189}" dt="2026-10-07T06:53:52.603" v="7" actId="478"/>
          <ac:spMkLst>
            <pc:docMk/>
            <pc:sldMk cId="0" sldId="367"/>
            <ac:spMk id="12" creationId="{00000000-0000-0000-0000-000000000000}"/>
          </ac:spMkLst>
        </pc:spChg>
        <pc:spChg chg="del">
          <ac:chgData name="Khushboo Nijhawan" userId="d511cf78-5176-472a-ab0a-910de603f0f7" providerId="ADAL" clId="{0051792A-3F2F-4215-B0DF-23AD2CBF5189}" dt="2026-10-07T06:53:41.162" v="5" actId="478"/>
          <ac:spMkLst>
            <pc:docMk/>
            <pc:sldMk cId="0" sldId="367"/>
            <ac:spMk id="16" creationId="{00000000-0000-0000-0000-000000000000}"/>
          </ac:spMkLst>
        </pc:spChg>
        <pc:spChg chg="del">
          <ac:chgData name="Khushboo Nijhawan" userId="d511cf78-5176-472a-ab0a-910de603f0f7" providerId="ADAL" clId="{0051792A-3F2F-4215-B0DF-23AD2CBF5189}" dt="2026-10-07T06:53:49.458" v="6" actId="478"/>
          <ac:spMkLst>
            <pc:docMk/>
            <pc:sldMk cId="0" sldId="367"/>
            <ac:spMk id="18" creationId="{00000000-0000-0000-0000-000000000000}"/>
          </ac:spMkLst>
        </pc:spChg>
        <pc:spChg chg="del mod">
          <ac:chgData name="Khushboo Nijhawan" userId="d511cf78-5176-472a-ab0a-910de603f0f7" providerId="ADAL" clId="{0051792A-3F2F-4215-B0DF-23AD2CBF5189}" dt="2026-10-07T06:54:05.105" v="9" actId="478"/>
          <ac:spMkLst>
            <pc:docMk/>
            <pc:sldMk cId="0" sldId="367"/>
            <ac:spMk id="24"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sz="quarter" idx="1"/>
          </p:nvPr>
        </p:nvSpPr>
        <p:spPr>
          <a:xfrm>
            <a:off x="4021294" y="0"/>
            <a:ext cx="3076363" cy="511731"/>
          </a:xfrm>
          <a:prstGeom prst="rect">
            <a:avLst/>
          </a:prstGeom>
        </p:spPr>
        <p:txBody>
          <a:bodyPr vert="horz" lIns="99048" tIns="49524" rIns="99048" bIns="49524" rtlCol="0"/>
          <a:lstStyle>
            <a:lvl1pPr algn="r">
              <a:defRPr sz="1300"/>
            </a:lvl1pPr>
          </a:lstStyle>
          <a:p>
            <a:fld id="{3122E3A8-67DD-A54D-9ACE-7F6180D1A288}" type="datetimeFigureOut">
              <a:rPr lang="en-US" smtClean="0"/>
              <a:pPr/>
              <a:t>10/7/2026</a:t>
            </a:fld>
            <a:endParaRPr lang="en-US"/>
          </a:p>
        </p:txBody>
      </p:sp>
      <p:sp>
        <p:nvSpPr>
          <p:cNvPr id="4" name="Footer Placeholder 3"/>
          <p:cNvSpPr>
            <a:spLocks noGrp="1"/>
          </p:cNvSpPr>
          <p:nvPr>
            <p:ph type="ftr" sz="quarter" idx="2"/>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a:p>
        </p:txBody>
      </p:sp>
      <p:sp>
        <p:nvSpPr>
          <p:cNvPr id="5" name="Slide Number Placeholder 4"/>
          <p:cNvSpPr>
            <a:spLocks noGrp="1"/>
          </p:cNvSpPr>
          <p:nvPr>
            <p:ph type="sldNum" sz="quarter" idx="3"/>
          </p:nvPr>
        </p:nvSpPr>
        <p:spPr>
          <a:xfrm>
            <a:off x="4021294" y="9721106"/>
            <a:ext cx="3076363" cy="511731"/>
          </a:xfrm>
          <a:prstGeom prst="rect">
            <a:avLst/>
          </a:prstGeom>
        </p:spPr>
        <p:txBody>
          <a:bodyPr vert="horz" lIns="99048" tIns="49524" rIns="99048" bIns="49524" rtlCol="0" anchor="b"/>
          <a:lstStyle>
            <a:lvl1pPr algn="r">
              <a:defRPr sz="1300"/>
            </a:lvl1pPr>
          </a:lstStyle>
          <a:p>
            <a:fld id="{B5D751CF-426F-9546-9000-18E529FDEBDA}" type="slidenum">
              <a:rPr lang="en-US" smtClean="0"/>
              <a:pPr/>
              <a:t>‹#›</a:t>
            </a:fld>
            <a:endParaRPr lang="en-US"/>
          </a:p>
        </p:txBody>
      </p:sp>
    </p:spTree>
    <p:extLst>
      <p:ext uri="{BB962C8B-B14F-4D97-AF65-F5344CB8AC3E}">
        <p14:creationId xmlns:p14="http://schemas.microsoft.com/office/powerpoint/2010/main" val="3999892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95BCB8AE-B9B2-1648-AE7C-D9F4FF496627}" type="datetimeFigureOut">
              <a:rPr lang="en-US" smtClean="0"/>
              <a:pPr/>
              <a:t>10/7/2026</a:t>
            </a:fld>
            <a:endParaRPr lang="en-US"/>
          </a:p>
        </p:txBody>
      </p:sp>
      <p:sp>
        <p:nvSpPr>
          <p:cNvPr id="4" name="Slide Image Placeholder 3"/>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9048" tIns="49524" rIns="99048" bIns="49524" rtlCol="0" anchor="ctr"/>
          <a:lstStyle/>
          <a:p>
            <a:endParaRPr lang="en-US"/>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E7F34D1A-B7E5-DE48-8EA9-859D9DE63652}" type="slidenum">
              <a:rPr lang="en-US" smtClean="0"/>
              <a:pPr/>
              <a:t>‹#›</a:t>
            </a:fld>
            <a:endParaRPr lang="en-US"/>
          </a:p>
        </p:txBody>
      </p:sp>
    </p:spTree>
    <p:extLst>
      <p:ext uri="{BB962C8B-B14F-4D97-AF65-F5344CB8AC3E}">
        <p14:creationId xmlns:p14="http://schemas.microsoft.com/office/powerpoint/2010/main" val="725433361"/>
      </p:ext>
    </p:extLst>
  </p:cSld>
  <p:clrMap bg1="lt1" tx1="dk1" bg2="lt2" tx2="dk2" accent1="accent1" accent2="accent2" accent3="accent3" accent4="accent4" accent5="accent5" accent6="accent6" hlink="hlink" folHlink="folHlink"/>
  <p:hf hdr="0" ftr="0" dt="0"/>
  <p:notesStyle>
    <a:lvl1pPr marL="0" algn="l" defTabSz="457184" rtl="0" eaLnBrk="1" latinLnBrk="0" hangingPunct="1">
      <a:defRPr sz="1200" kern="1200">
        <a:solidFill>
          <a:schemeClr val="tx1"/>
        </a:solidFill>
        <a:latin typeface="+mn-lt"/>
        <a:ea typeface="+mn-ea"/>
        <a:cs typeface="+mn-cs"/>
      </a:defRPr>
    </a:lvl1pPr>
    <a:lvl2pPr marL="457184" algn="l" defTabSz="457184" rtl="0" eaLnBrk="1" latinLnBrk="0" hangingPunct="1">
      <a:defRPr sz="1200" kern="1200">
        <a:solidFill>
          <a:schemeClr val="tx1"/>
        </a:solidFill>
        <a:latin typeface="+mn-lt"/>
        <a:ea typeface="+mn-ea"/>
        <a:cs typeface="+mn-cs"/>
      </a:defRPr>
    </a:lvl2pPr>
    <a:lvl3pPr marL="914367" algn="l" defTabSz="457184" rtl="0" eaLnBrk="1" latinLnBrk="0" hangingPunct="1">
      <a:defRPr sz="1200" kern="1200">
        <a:solidFill>
          <a:schemeClr val="tx1"/>
        </a:solidFill>
        <a:latin typeface="+mn-lt"/>
        <a:ea typeface="+mn-ea"/>
        <a:cs typeface="+mn-cs"/>
      </a:defRPr>
    </a:lvl3pPr>
    <a:lvl4pPr marL="1371552" algn="l" defTabSz="457184" rtl="0" eaLnBrk="1" latinLnBrk="0" hangingPunct="1">
      <a:defRPr sz="1200" kern="1200">
        <a:solidFill>
          <a:schemeClr val="tx1"/>
        </a:solidFill>
        <a:latin typeface="+mn-lt"/>
        <a:ea typeface="+mn-ea"/>
        <a:cs typeface="+mn-cs"/>
      </a:defRPr>
    </a:lvl4pPr>
    <a:lvl5pPr marL="1828736" algn="l" defTabSz="457184" rtl="0" eaLnBrk="1" latinLnBrk="0" hangingPunct="1">
      <a:defRPr sz="1200" kern="1200">
        <a:solidFill>
          <a:schemeClr val="tx1"/>
        </a:solidFill>
        <a:latin typeface="+mn-lt"/>
        <a:ea typeface="+mn-ea"/>
        <a:cs typeface="+mn-cs"/>
      </a:defRPr>
    </a:lvl5pPr>
    <a:lvl6pPr marL="2285919" algn="l" defTabSz="457184" rtl="0" eaLnBrk="1" latinLnBrk="0" hangingPunct="1">
      <a:defRPr sz="1200" kern="1200">
        <a:solidFill>
          <a:schemeClr val="tx1"/>
        </a:solidFill>
        <a:latin typeface="+mn-lt"/>
        <a:ea typeface="+mn-ea"/>
        <a:cs typeface="+mn-cs"/>
      </a:defRPr>
    </a:lvl6pPr>
    <a:lvl7pPr marL="2743103" algn="l" defTabSz="457184" rtl="0" eaLnBrk="1" latinLnBrk="0" hangingPunct="1">
      <a:defRPr sz="1200" kern="1200">
        <a:solidFill>
          <a:schemeClr val="tx1"/>
        </a:solidFill>
        <a:latin typeface="+mn-lt"/>
        <a:ea typeface="+mn-ea"/>
        <a:cs typeface="+mn-cs"/>
      </a:defRPr>
    </a:lvl7pPr>
    <a:lvl8pPr marL="3200287" algn="l" defTabSz="457184" rtl="0" eaLnBrk="1" latinLnBrk="0" hangingPunct="1">
      <a:defRPr sz="1200" kern="1200">
        <a:solidFill>
          <a:schemeClr val="tx1"/>
        </a:solidFill>
        <a:latin typeface="+mn-lt"/>
        <a:ea typeface="+mn-ea"/>
        <a:cs typeface="+mn-cs"/>
      </a:defRPr>
    </a:lvl8pPr>
    <a:lvl9pPr marL="3657471" algn="l" defTabSz="45718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shift: buyers ask AI assistants first. Distributor IQ already shows distributors where they are missing from those answers. This proposal is about the next step: producing the content that wins those answers back, grounded in Schneider business knowledge.</a:t>
            </a:r>
          </a:p>
        </p:txBody>
      </p:sp>
      <p:sp>
        <p:nvSpPr>
          <p:cNvPr id="4" name="Slide Number Placeholder 3"/>
          <p:cNvSpPr>
            <a:spLocks noGrp="1"/>
          </p:cNvSpPr>
          <p:nvPr>
            <p:ph type="sldNum" sz="quarter" idx="5"/>
          </p:nvPr>
        </p:nvSpPr>
        <p:spPr/>
        <p:txBody>
          <a:bodyPr/>
          <a:lstStyle/>
          <a:p>
            <a:fld id="{E7F34D1A-B7E5-DE48-8EA9-859D9DE63652}" type="slidenum">
              <a:rPr lang="en-US" smtClean="0"/>
              <a:pPr/>
              <a:t>1</a:t>
            </a:fld>
            <a:endParaRPr lang="en-US"/>
          </a:p>
        </p:txBody>
      </p:sp>
    </p:spTree>
    <p:extLst>
      <p:ext uri="{BB962C8B-B14F-4D97-AF65-F5344CB8AC3E}">
        <p14:creationId xmlns:p14="http://schemas.microsoft.com/office/powerpoint/2010/main" val="2239940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beats: the shift, the gap, the solution, the ask. The ask card is highlighted on purpose.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Stats come from our GEO research insights (query fan-out). The point: one buyer prompt becomes many sub-queries, and pages built around those sub-intents get cited far more often.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five modules that exist today, then land on the dashed box: nothing yet produces the content. Three consequences below.</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V1 exists as the Electrifier POC. V2 is what we are asking to fund. V3 is the direction once V2 shows citation gains. Timings are indicative and should be agreed with stakeholders.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diagram for the whole content pipeline. The source is content supplied directly by the business for distributor websites; it does not come from Distributor IQ. Top lane: the six-stage text pipeline from the Electrifier POC, with the revise loop when a variation scores below 95%. Step 5 is the mandatory human gate. Dashed lane: the optional multimodal branch, triggered on demand from approved text and always behind human visual QA. Bottom: the foundation the pilot runs on. Design choices: explicit stages rather than a free-running agent; rubric versioned as code so every score is reproducible; a 95% bar with automatic revision before human time is spent; the human gate is mandatory.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Distributor IQ already diagnoses the gap and ranks the actions, but stops short of producing content. The engine supplies that missing 'how'. Distributor IQ then becomes the scoreboard: action plan status and the weekly AI-visibility runs show whether each page moved visibility. Figures are pilot demo data.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the Distributor IQ modules we read from. Integration: CSV export works today; a read/write API is the ask to Sozo. The engine adds ingest, a category readiness audit and a brief builder in front of the core pipeline (Architecture 1), grounded in the business KB. Output is published on the distributor site, and the weekly re-measure plus action-plan status close the loop.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Illustrative only, to show the output format. The left grid is the category readiness heatmap; the right side is what the engine would turn into content briefs first.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KB is layered: Schneider product truth at the base, then category playbooks, distributor profiles and live Distributor IQ signals. Same product, two distributors, two different but equally accurate pages.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four groups. The Distributor IQ column is the critical path: without data access the engine has no gaps to work from. Everything else is standard for an SE pilot build.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Condensed risk register. Lead with the rubric ground-truth risk, then product-claim accuracy, which is new with KB-grounded generation.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on the ask and invite questions.</a:t>
            </a:r>
          </a:p>
        </p:txBody>
      </p:sp>
      <p:sp>
        <p:nvSpPr>
          <p:cNvPr id="4" name="Slide Number Placeholder 3"/>
          <p:cNvSpPr>
            <a:spLocks noGrp="1"/>
          </p:cNvSpPr>
          <p:nvPr>
            <p:ph type="sldNum" sz="quarter" idx="5"/>
          </p:nvPr>
        </p:nvSpPr>
        <p:spPr/>
        <p:txBody>
          <a:bodyPr/>
          <a:lstStyle/>
          <a:p>
            <a:fld id="{E7F34D1A-B7E5-DE48-8EA9-859D9DE63652}" type="slidenum">
              <a:rPr lang="en-US" smtClean="0"/>
              <a:pPr/>
              <a:t>13</a:t>
            </a:fld>
            <a:endParaRPr lang="en-US"/>
          </a:p>
        </p:txBody>
      </p:sp>
    </p:spTree>
    <p:extLst>
      <p:ext uri="{BB962C8B-B14F-4D97-AF65-F5344CB8AC3E}">
        <p14:creationId xmlns:p14="http://schemas.microsoft.com/office/powerpoint/2010/main" val="1281797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hyperlink" Target="https://blog.se.com/" TargetMode="External"/><Relationship Id="rId3" Type="http://schemas.openxmlformats.org/officeDocument/2006/relationships/hyperlink" Target="https://www.facebook.com/SchneiderElectric" TargetMode="External"/><Relationship Id="rId7" Type="http://schemas.openxmlformats.org/officeDocument/2006/relationships/hyperlink" Target="https://www.youtube.com/user/SchneiderCorporate" TargetMode="External"/><Relationship Id="rId12" Type="http://schemas.openxmlformats.org/officeDocument/2006/relationships/image" Target="../media/image12.svg"/><Relationship Id="rId2" Type="http://schemas.openxmlformats.org/officeDocument/2006/relationships/hyperlink" Target="https://www.se.com/ww/en/" TargetMode="External"/><Relationship Id="rId1" Type="http://schemas.openxmlformats.org/officeDocument/2006/relationships/slideMaster" Target="../slideMasters/slideMaster1.xml"/><Relationship Id="rId6" Type="http://schemas.openxmlformats.org/officeDocument/2006/relationships/image" Target="../media/image9.svg"/><Relationship Id="rId11" Type="http://schemas.openxmlformats.org/officeDocument/2006/relationships/hyperlink" Target="https://www.instagram.com/schneiderelectric/" TargetMode="External"/><Relationship Id="rId5" Type="http://schemas.openxmlformats.org/officeDocument/2006/relationships/hyperlink" Target="https://www.linkedin.com/company/schneider-electric/" TargetMode="External"/><Relationship Id="rId15" Type="http://schemas.openxmlformats.org/officeDocument/2006/relationships/image" Target="../media/image2.svg"/><Relationship Id="rId10" Type="http://schemas.openxmlformats.org/officeDocument/2006/relationships/image" Target="../media/image11.svg"/><Relationship Id="rId4" Type="http://schemas.openxmlformats.org/officeDocument/2006/relationships/image" Target="../media/image8.svg"/><Relationship Id="rId9" Type="http://schemas.openxmlformats.org/officeDocument/2006/relationships/hyperlink" Target="https://twitter.com/SchneiderElec" TargetMode="External"/><Relationship Id="rId14" Type="http://schemas.openxmlformats.org/officeDocument/2006/relationships/image" Target="../media/image13.svg"/></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hyperlink" Target="https://blog.se.com/" TargetMode="External"/><Relationship Id="rId3" Type="http://schemas.openxmlformats.org/officeDocument/2006/relationships/hyperlink" Target="https://www.facebook.com/SchneiderElectric" TargetMode="External"/><Relationship Id="rId7" Type="http://schemas.openxmlformats.org/officeDocument/2006/relationships/hyperlink" Target="https://www.youtube.com/user/SchneiderCorporate" TargetMode="External"/><Relationship Id="rId12" Type="http://schemas.openxmlformats.org/officeDocument/2006/relationships/image" Target="../media/image12.svg"/><Relationship Id="rId2" Type="http://schemas.openxmlformats.org/officeDocument/2006/relationships/hyperlink" Target="https://www.se.com/ww/en/" TargetMode="External"/><Relationship Id="rId1" Type="http://schemas.openxmlformats.org/officeDocument/2006/relationships/slideMaster" Target="../slideMasters/slideMaster2.xml"/><Relationship Id="rId6" Type="http://schemas.openxmlformats.org/officeDocument/2006/relationships/image" Target="../media/image9.svg"/><Relationship Id="rId11" Type="http://schemas.openxmlformats.org/officeDocument/2006/relationships/hyperlink" Target="https://www.instagram.com/schneiderelectric/" TargetMode="External"/><Relationship Id="rId5" Type="http://schemas.openxmlformats.org/officeDocument/2006/relationships/hyperlink" Target="https://www.linkedin.com/company/schneider-electric/" TargetMode="External"/><Relationship Id="rId15" Type="http://schemas.openxmlformats.org/officeDocument/2006/relationships/image" Target="../media/image15.svg"/><Relationship Id="rId10" Type="http://schemas.openxmlformats.org/officeDocument/2006/relationships/image" Target="../media/image11.svg"/><Relationship Id="rId4" Type="http://schemas.openxmlformats.org/officeDocument/2006/relationships/image" Target="../media/image8.svg"/><Relationship Id="rId9" Type="http://schemas.openxmlformats.org/officeDocument/2006/relationships/hyperlink" Target="https://twitter.com/SchneiderElec" TargetMode="External"/><Relationship Id="rId14" Type="http://schemas.openxmlformats.org/officeDocument/2006/relationships/image" Target="../media/image13.svg"/></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hyperlink" Target="https://blog.se.com/" TargetMode="External"/><Relationship Id="rId3" Type="http://schemas.openxmlformats.org/officeDocument/2006/relationships/hyperlink" Target="https://www.facebook.com/SchneiderElectric" TargetMode="External"/><Relationship Id="rId7" Type="http://schemas.openxmlformats.org/officeDocument/2006/relationships/hyperlink" Target="https://www.youtube.com/user/SchneiderCorporate" TargetMode="External"/><Relationship Id="rId12" Type="http://schemas.openxmlformats.org/officeDocument/2006/relationships/image" Target="../media/image21.svg"/><Relationship Id="rId2" Type="http://schemas.openxmlformats.org/officeDocument/2006/relationships/hyperlink" Target="https://www.se.com/ww/en/" TargetMode="External"/><Relationship Id="rId1" Type="http://schemas.openxmlformats.org/officeDocument/2006/relationships/slideMaster" Target="../slideMasters/slideMaster3.xml"/><Relationship Id="rId6" Type="http://schemas.openxmlformats.org/officeDocument/2006/relationships/image" Target="../media/image18.svg"/><Relationship Id="rId11" Type="http://schemas.openxmlformats.org/officeDocument/2006/relationships/hyperlink" Target="https://www.instagram.com/schneiderelectric/" TargetMode="External"/><Relationship Id="rId5" Type="http://schemas.openxmlformats.org/officeDocument/2006/relationships/hyperlink" Target="https://www.linkedin.com/company/schneider-electric/" TargetMode="External"/><Relationship Id="rId15" Type="http://schemas.openxmlformats.org/officeDocument/2006/relationships/image" Target="../media/image23.svg"/><Relationship Id="rId10" Type="http://schemas.openxmlformats.org/officeDocument/2006/relationships/image" Target="../media/image20.svg"/><Relationship Id="rId4" Type="http://schemas.openxmlformats.org/officeDocument/2006/relationships/image" Target="../media/image17.svg"/><Relationship Id="rId9" Type="http://schemas.openxmlformats.org/officeDocument/2006/relationships/hyperlink" Target="https://twitter.com/SchneiderElec" TargetMode="External"/><Relationship Id="rId14" Type="http://schemas.openxmlformats.org/officeDocument/2006/relationships/image" Target="../media/image22.sv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jpe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8" Type="http://schemas.openxmlformats.org/officeDocument/2006/relationships/image" Target="../media/image31.svg"/><Relationship Id="rId13" Type="http://schemas.openxmlformats.org/officeDocument/2006/relationships/hyperlink" Target="https://www.instagram.com/schneiderelectric/" TargetMode="External"/><Relationship Id="rId3" Type="http://schemas.openxmlformats.org/officeDocument/2006/relationships/image" Target="../media/image29.png"/><Relationship Id="rId7" Type="http://schemas.openxmlformats.org/officeDocument/2006/relationships/hyperlink" Target="https://www.linkedin.com/company/schneider-electric/" TargetMode="External"/><Relationship Id="rId12" Type="http://schemas.openxmlformats.org/officeDocument/2006/relationships/image" Target="../media/image33.svg"/><Relationship Id="rId17" Type="http://schemas.openxmlformats.org/officeDocument/2006/relationships/image" Target="../media/image28.svg"/><Relationship Id="rId2" Type="http://schemas.openxmlformats.org/officeDocument/2006/relationships/image" Target="../media/image27.png"/><Relationship Id="rId16" Type="http://schemas.openxmlformats.org/officeDocument/2006/relationships/image" Target="../media/image35.svg"/><Relationship Id="rId1" Type="http://schemas.openxmlformats.org/officeDocument/2006/relationships/slideMaster" Target="../slideMasters/slideMaster4.xml"/><Relationship Id="rId6" Type="http://schemas.openxmlformats.org/officeDocument/2006/relationships/image" Target="../media/image30.svg"/><Relationship Id="rId11" Type="http://schemas.openxmlformats.org/officeDocument/2006/relationships/hyperlink" Target="https://twitter.com/SchneiderElec" TargetMode="External"/><Relationship Id="rId5" Type="http://schemas.openxmlformats.org/officeDocument/2006/relationships/hyperlink" Target="https://www.facebook.com/SchneiderElectric" TargetMode="External"/><Relationship Id="rId15" Type="http://schemas.openxmlformats.org/officeDocument/2006/relationships/hyperlink" Target="https://blog.se.com/" TargetMode="External"/><Relationship Id="rId10" Type="http://schemas.openxmlformats.org/officeDocument/2006/relationships/image" Target="../media/image32.svg"/><Relationship Id="rId4" Type="http://schemas.openxmlformats.org/officeDocument/2006/relationships/hyperlink" Target="https://www.se.com/ww/en/" TargetMode="External"/><Relationship Id="rId9" Type="http://schemas.openxmlformats.org/officeDocument/2006/relationships/hyperlink" Target="https://www.youtube.com/user/SchneiderCorporate" TargetMode="External"/><Relationship Id="rId14" Type="http://schemas.openxmlformats.org/officeDocument/2006/relationships/image" Target="../media/image3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simple">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8291515" cy="710404"/>
          </a:xfrm>
          <a:prstGeom prst="rect">
            <a:avLst/>
          </a:prstGeom>
        </p:spPr>
        <p:txBody>
          <a:bodyPr wrap="none" lIns="0" tIns="0" rIns="0" bIns="0" anchor="t" anchorCtr="0">
            <a:noAutofit/>
          </a:bodyPr>
          <a:lstStyle>
            <a:lvl1pPr marL="0" indent="0" algn="l">
              <a:lnSpc>
                <a:spcPts val="3200"/>
              </a:lnSpc>
              <a:buFont typeface="Arial"/>
              <a:buNone/>
              <a:defRPr sz="2800" b="0">
                <a:solidFill>
                  <a:schemeClr val="tx1"/>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2" name="Picture 8">
            <a:extLst>
              <a:ext uri="{FF2B5EF4-FFF2-40B4-BE49-F238E27FC236}">
                <a16:creationId xmlns:a16="http://schemas.microsoft.com/office/drawing/2014/main" id="{BAECC792-CA14-C7A4-30D4-B617C45AFF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4" name="Footer Placeholder 3">
            <a:extLst>
              <a:ext uri="{FF2B5EF4-FFF2-40B4-BE49-F238E27FC236}">
                <a16:creationId xmlns:a16="http://schemas.microsoft.com/office/drawing/2014/main" id="{6668E0CD-5241-CF25-0D1A-1451CD3AB63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3951104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
        <p:nvSpPr>
          <p:cNvPr id="6" name="Title 5">
            <a:extLst>
              <a:ext uri="{FF2B5EF4-FFF2-40B4-BE49-F238E27FC236}">
                <a16:creationId xmlns:a16="http://schemas.microsoft.com/office/drawing/2014/main" id="{8D0D8A4D-3C08-ED9C-B2F5-76F635F375B2}"/>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6278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lumn two line headlin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a:xfrm>
            <a:off x="457197" y="425871"/>
            <a:ext cx="8229601" cy="612036"/>
          </a:xfrm>
        </p:spPr>
        <p:txBody>
          <a:bodyPr/>
          <a:lstStyle/>
          <a:p>
            <a:r>
              <a:rPr lang="en-US"/>
              <a:t>Click to edit</a:t>
            </a:r>
            <a:br>
              <a:rPr lang="en-US"/>
            </a:br>
            <a:r>
              <a:rPr lang="en-US"/>
              <a:t>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1167680"/>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057900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Offer comm">
    <p:bg>
      <p:bgRef idx="1001">
        <a:schemeClr val="bg1"/>
      </p:bgRef>
    </p:bg>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4114803" cy="716459"/>
          </a:xfrm>
          <a:prstGeom prst="rect">
            <a:avLst/>
          </a:prstGeom>
        </p:spPr>
        <p:txBody>
          <a:bodyPr wrap="none" lIns="0" tIns="0" rIns="0" bIns="0" anchor="t" anchorCtr="0">
            <a:noAutofit/>
          </a:bodyPr>
          <a:lstStyle>
            <a:lvl1pPr marL="0" indent="0" algn="l">
              <a:lnSpc>
                <a:spcPts val="3200"/>
              </a:lnSpc>
              <a:buFont typeface="Arial"/>
              <a:buNone/>
              <a:defRPr sz="2800" b="0">
                <a:solidFill>
                  <a:schemeClr val="tx1"/>
                </a:solidFill>
              </a:defRPr>
            </a:lvl1pPr>
          </a:lstStyle>
          <a:p>
            <a:r>
              <a:rPr lang="en-US"/>
              <a:t>Presentation </a:t>
            </a:r>
            <a:br>
              <a:rPr lang="en-US"/>
            </a:br>
            <a:r>
              <a:rPr lang="en-US"/>
              <a:t>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4114803"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4114803"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5" name="Picture 8">
            <a:extLst>
              <a:ext uri="{FF2B5EF4-FFF2-40B4-BE49-F238E27FC236}">
                <a16:creationId xmlns:a16="http://schemas.microsoft.com/office/drawing/2014/main" id="{36D14F70-2122-EE32-0ED1-D31B12D1D7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12" name="Picture Placeholder 11">
            <a:extLst>
              <a:ext uri="{FF2B5EF4-FFF2-40B4-BE49-F238E27FC236}">
                <a16:creationId xmlns:a16="http://schemas.microsoft.com/office/drawing/2014/main" id="{6F0A24E5-CBCF-AFA0-A6A9-0FB50E5B9D51}"/>
              </a:ext>
              <a:ext uri="{C183D7F6-B498-43B3-948B-1728B52AA6E4}">
                <adec:decorative xmlns:adec="http://schemas.microsoft.com/office/drawing/2017/decorative" val="1"/>
              </a:ext>
            </a:extLst>
          </p:cNvPr>
          <p:cNvSpPr>
            <a:spLocks noGrp="1"/>
          </p:cNvSpPr>
          <p:nvPr>
            <p:ph type="pic" sz="quarter" idx="17"/>
          </p:nvPr>
        </p:nvSpPr>
        <p:spPr>
          <a:xfrm>
            <a:off x="4873880" y="1728216"/>
            <a:ext cx="3438016" cy="1416622"/>
          </a:xfrm>
          <a:noFill/>
        </p:spPr>
        <p:txBody>
          <a:bodyPr/>
          <a:lstStyle/>
          <a:p>
            <a:r>
              <a:rPr lang="fr-FR"/>
              <a:t>Cliquez sur l'icône pour ajouter une image</a:t>
            </a:r>
            <a:endParaRPr lang="en-US"/>
          </a:p>
        </p:txBody>
      </p:sp>
      <p:sp>
        <p:nvSpPr>
          <p:cNvPr id="15" name="Graphic 2">
            <a:extLst>
              <a:ext uri="{FF2B5EF4-FFF2-40B4-BE49-F238E27FC236}">
                <a16:creationId xmlns:a16="http://schemas.microsoft.com/office/drawing/2014/main" id="{18C0A611-8854-0F9A-1E70-8AF35878A7DC}"/>
              </a:ext>
              <a:ext uri="{C183D7F6-B498-43B3-948B-1728B52AA6E4}">
                <adec:decorative xmlns:adec="http://schemas.microsoft.com/office/drawing/2017/decorative" val="1"/>
              </a:ext>
            </a:extLst>
          </p:cNvPr>
          <p:cNvSpPr/>
          <p:nvPr userDrawn="1"/>
        </p:nvSpPr>
        <p:spPr>
          <a:xfrm>
            <a:off x="5026575" y="870214"/>
            <a:ext cx="3132626" cy="3132626"/>
          </a:xfrm>
          <a:custGeom>
            <a:avLst/>
            <a:gdLst>
              <a:gd name="csX0" fmla="*/ 254154 w 3132626"/>
              <a:gd name="csY0" fmla="*/ 2878473 h 3132626"/>
              <a:gd name="csX1" fmla="*/ 2421296 w 3132626"/>
              <a:gd name="csY1" fmla="*/ 2421296 h 3132626"/>
              <a:gd name="csX2" fmla="*/ 2878473 w 3132626"/>
              <a:gd name="csY2" fmla="*/ 254154 h 3132626"/>
              <a:gd name="csX3" fmla="*/ 711331 w 3132626"/>
              <a:gd name="csY3" fmla="*/ 711331 h 3132626"/>
              <a:gd name="csX4" fmla="*/ 254154 w 3132626"/>
              <a:gd name="csY4" fmla="*/ 2878473 h 3132626"/>
            </a:gdLst>
            <a:ahLst/>
            <a:cxnLst>
              <a:cxn ang="0">
                <a:pos x="csX0" y="csY0"/>
              </a:cxn>
              <a:cxn ang="0">
                <a:pos x="csX1" y="csY1"/>
              </a:cxn>
              <a:cxn ang="0">
                <a:pos x="csX2" y="csY2"/>
              </a:cxn>
              <a:cxn ang="0">
                <a:pos x="csX3" y="csY3"/>
              </a:cxn>
              <a:cxn ang="0">
                <a:pos x="csX4" y="csY4"/>
              </a:cxn>
            </a:cxnLst>
            <a:rect l="l" t="t" r="r" b="b"/>
            <a:pathLst>
              <a:path w="3132626" h="3132626">
                <a:moveTo>
                  <a:pt x="254154" y="2878473"/>
                </a:moveTo>
                <a:cubicBezTo>
                  <a:pt x="726348" y="3350667"/>
                  <a:pt x="1696598" y="3145994"/>
                  <a:pt x="2421296" y="2421296"/>
                </a:cubicBezTo>
                <a:cubicBezTo>
                  <a:pt x="3145994" y="1696598"/>
                  <a:pt x="3350667" y="726348"/>
                  <a:pt x="2878473" y="254154"/>
                </a:cubicBezTo>
                <a:cubicBezTo>
                  <a:pt x="2406279" y="-218040"/>
                  <a:pt x="1436029" y="-13367"/>
                  <a:pt x="711331" y="711331"/>
                </a:cubicBezTo>
                <a:cubicBezTo>
                  <a:pt x="-13367" y="1436029"/>
                  <a:pt x="-218040" y="2406279"/>
                  <a:pt x="254154" y="2878473"/>
                </a:cubicBezTo>
              </a:path>
            </a:pathLst>
          </a:custGeom>
          <a:noFill/>
          <a:ln w="12063" cap="flat">
            <a:solidFill>
              <a:schemeClr val="accent1"/>
            </a:solidFill>
            <a:prstDash val="solid"/>
            <a:miter/>
          </a:ln>
        </p:spPr>
        <p:txBody>
          <a:bodyPr/>
          <a:lstStyle/>
          <a:p>
            <a:endParaRPr lang="en-US"/>
          </a:p>
        </p:txBody>
      </p:sp>
      <p:sp>
        <p:nvSpPr>
          <p:cNvPr id="2" name="Footer Placeholder 1">
            <a:extLst>
              <a:ext uri="{FF2B5EF4-FFF2-40B4-BE49-F238E27FC236}">
                <a16:creationId xmlns:a16="http://schemas.microsoft.com/office/drawing/2014/main" id="{04C2D177-DDCF-DF00-200F-D918E7206679}"/>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3917699708"/>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D24D3E9-2B0E-7092-E1D3-465988811C69}"/>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bg1">
              <a:lumMod val="65000"/>
            </a:schemeClr>
          </a:solidFill>
        </p:spPr>
        <p:txBody>
          <a:bodyPr/>
          <a:lstStyle/>
          <a:p>
            <a:r>
              <a:rPr lang="fr-FR"/>
              <a:t>Cliquez sur l'icône pour ajouter une image</a:t>
            </a:r>
            <a:endParaRPr lang="en-US"/>
          </a:p>
        </p:txBody>
      </p:sp>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30056"/>
            <a:ext cx="8291515" cy="759622"/>
          </a:xfrm>
          <a:prstGeom prst="rect">
            <a:avLst/>
          </a:prstGeom>
        </p:spPr>
        <p:txBody>
          <a:bodyPr wrap="none" lIns="0" tIns="0" rIns="0" bIns="0" anchor="t" anchorCtr="0">
            <a:noAutofit/>
          </a:bodyPr>
          <a:lstStyle>
            <a:lvl1pPr marL="0" indent="0" algn="l">
              <a:lnSpc>
                <a:spcPts val="3200"/>
              </a:lnSpc>
              <a:buFont typeface="Arial"/>
              <a:buNone/>
              <a:defRPr sz="2800" b="0">
                <a:solidFill>
                  <a:schemeClr val="tx1"/>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2" name="Picture 8">
            <a:extLst>
              <a:ext uri="{FF2B5EF4-FFF2-40B4-BE49-F238E27FC236}">
                <a16:creationId xmlns:a16="http://schemas.microsoft.com/office/drawing/2014/main" id="{BAECC792-CA14-C7A4-30D4-B617C45AFF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3" name="Footer Placeholder 2">
            <a:extLst>
              <a:ext uri="{FF2B5EF4-FFF2-40B4-BE49-F238E27FC236}">
                <a16:creationId xmlns:a16="http://schemas.microsoft.com/office/drawing/2014/main" id="{A0E19C8E-65A7-0320-1216-B88C04D07215}"/>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1306486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column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84D18E-C2CA-1169-88BB-B7B75C75D53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4" name="Title 3">
            <a:extLst>
              <a:ext uri="{FF2B5EF4-FFF2-40B4-BE49-F238E27FC236}">
                <a16:creationId xmlns:a16="http://schemas.microsoft.com/office/drawing/2014/main" id="{4283B956-AD5F-6D04-C60C-6FD76DA92691}"/>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348411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slide with titl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p:txBody>
          <a:bodyPr/>
          <a:lstStyle/>
          <a:p>
            <a:r>
              <a:rPr lang="en-US"/>
              <a:t>Click to edit master title style</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676916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AB97FC-EDBF-F20F-99E4-CBD75B0B113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790C7181-667F-C675-9C08-9897FFA38C76}"/>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237259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 column 2/3 of slid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FD2F15C-D9F6-79E3-0853-A5F589E5669F}"/>
              </a:ext>
            </a:extLst>
          </p:cNvPr>
          <p:cNvSpPr>
            <a:spLocks noGrp="1"/>
          </p:cNvSpPr>
          <p:nvPr>
            <p:ph type="title" hasCustomPrompt="1"/>
          </p:nvPr>
        </p:nvSpPr>
        <p:spPr/>
        <p:txBody>
          <a:bodyPr/>
          <a:lstStyle/>
          <a:p>
            <a:r>
              <a:rPr lang="en-US"/>
              <a:t>Click to edit master title style</a:t>
            </a:r>
          </a:p>
        </p:txBody>
      </p:sp>
      <p:sp>
        <p:nvSpPr>
          <p:cNvPr id="4" name="Subhead placeholder">
            <a:extLst>
              <a:ext uri="{FF2B5EF4-FFF2-40B4-BE49-F238E27FC236}">
                <a16:creationId xmlns:a16="http://schemas.microsoft.com/office/drawing/2014/main" id="{A74A2D14-92D0-25EA-BDAE-34BF7C66D274}"/>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1553B87B-7AFF-7944-B12E-D7F3693BB8B8}"/>
              </a:ext>
            </a:extLst>
          </p:cNvPr>
          <p:cNvSpPr>
            <a:spLocks noGrp="1"/>
          </p:cNvSpPr>
          <p:nvPr>
            <p:ph idx="1" hasCustomPrompt="1"/>
          </p:nvPr>
        </p:nvSpPr>
        <p:spPr>
          <a:xfrm>
            <a:off x="457198" y="1508393"/>
            <a:ext cx="5449625" cy="2667138"/>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aption placeholder">
            <a:extLst>
              <a:ext uri="{FF2B5EF4-FFF2-40B4-BE49-F238E27FC236}">
                <a16:creationId xmlns:a16="http://schemas.microsoft.com/office/drawing/2014/main" id="{96972F63-46C7-AEA3-46DC-D60BC24F8426}"/>
              </a:ext>
            </a:extLst>
          </p:cNvPr>
          <p:cNvSpPr>
            <a:spLocks noGrp="1"/>
          </p:cNvSpPr>
          <p:nvPr>
            <p:ph type="body" sz="quarter" idx="13"/>
          </p:nvPr>
        </p:nvSpPr>
        <p:spPr>
          <a:xfrm>
            <a:off x="457198" y="4341813"/>
            <a:ext cx="5437187" cy="153987"/>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fr-FR"/>
              <a:t>Cliquez pour modifier les styles du texte du masque</a:t>
            </a:r>
          </a:p>
        </p:txBody>
      </p:sp>
      <p:sp>
        <p:nvSpPr>
          <p:cNvPr id="8" name="Footer Placeholder 7">
            <a:extLst>
              <a:ext uri="{FF2B5EF4-FFF2-40B4-BE49-F238E27FC236}">
                <a16:creationId xmlns:a16="http://schemas.microsoft.com/office/drawing/2014/main" id="{90F4FF31-2AE4-F039-5C15-022D284C5589}"/>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0FB24F5F-C764-5FFB-250D-85C0F62E2B05}"/>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441366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lumn with callout">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27D1CA7-EDEB-3610-52F7-7B6426D27FC7}"/>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BA306589-E832-5282-7364-9B24ED19C84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D821587E-21FB-BC44-BBB2-94A1EF5DB1C3}"/>
              </a:ext>
            </a:extLst>
          </p:cNvPr>
          <p:cNvSpPr>
            <a:spLocks noGrp="1"/>
          </p:cNvSpPr>
          <p:nvPr>
            <p:ph idx="1" hasCustomPrompt="1"/>
          </p:nvPr>
        </p:nvSpPr>
        <p:spPr>
          <a:xfrm>
            <a:off x="457198" y="1508393"/>
            <a:ext cx="5449625" cy="2815958"/>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538DE3F4-227D-5ED8-5226-3C6D8FBFA655}"/>
              </a:ext>
            </a:extLst>
          </p:cNvPr>
          <p:cNvSpPr>
            <a:spLocks noGrp="1"/>
          </p:cNvSpPr>
          <p:nvPr>
            <p:ph idx="20" hasCustomPrompt="1"/>
          </p:nvPr>
        </p:nvSpPr>
        <p:spPr>
          <a:xfrm>
            <a:off x="6202885" y="1508393"/>
            <a:ext cx="2483909" cy="2815958"/>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1427A184-EBE7-5533-296C-DBF6564E2DAE}"/>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9BF41B99-5A3E-3131-6052-E65D1F2AF376}"/>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420180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713425"/>
            <a:ext cx="4013901" cy="2610925"/>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9" y="1713425"/>
            <a:ext cx="4013900" cy="2610925"/>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3CF50C1-317F-A1F5-F963-9FB813C6D135}"/>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354D5B1-1A32-08B3-62BF-33D7265558AC}"/>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6369971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s with subtitle and sketche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880565-89B2-378C-30FA-CAB527EF14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F3EEF300-F8F6-8740-1400-2E8E6FCA99E1}"/>
              </a:ext>
            </a:extLst>
          </p:cNvPr>
          <p:cNvSpPr>
            <a:spLocks noGrp="1"/>
          </p:cNvSpPr>
          <p:nvPr>
            <p:ph type="body" sz="quarter" idx="18"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508393"/>
            <a:ext cx="4013901" cy="2647683"/>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8"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7" y="1508393"/>
            <a:ext cx="4013901" cy="2647683"/>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7"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1" name="Footer Placeholder 10">
            <a:extLst>
              <a:ext uri="{FF2B5EF4-FFF2-40B4-BE49-F238E27FC236}">
                <a16:creationId xmlns:a16="http://schemas.microsoft.com/office/drawing/2014/main" id="{9E2A5DF1-6EDD-795D-B0DD-947EAA48BB9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4" name="Slide Number Placeholder 13">
            <a:extLst>
              <a:ext uri="{FF2B5EF4-FFF2-40B4-BE49-F238E27FC236}">
                <a16:creationId xmlns:a16="http://schemas.microsoft.com/office/drawing/2014/main" id="{2B5E85EC-DC6B-0539-73DF-75FA67FC559A}"/>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1742319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lumns">
    <p:bg>
      <p:bgPr>
        <a:solidFill>
          <a:schemeClr val="bg1"/>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02619C0-AEBE-3919-DAB6-6409613C6EE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3CA7C499-E5ED-F4AB-FCAD-CD154076301A}"/>
              </a:ext>
              <a:ext uri="{C183D7F6-B498-43B3-948B-1728B52AA6E4}">
                <adec:decorative xmlns:adec="http://schemas.microsoft.com/office/drawing/2017/decorative" val="0"/>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09BE40C7-2417-56E8-24FC-DA9FF99860D9}"/>
              </a:ext>
            </a:extLst>
          </p:cNvPr>
          <p:cNvSpPr>
            <a:spLocks noGrp="1"/>
          </p:cNvSpPr>
          <p:nvPr>
            <p:ph idx="1" hasCustomPrompt="1"/>
          </p:nvPr>
        </p:nvSpPr>
        <p:spPr>
          <a:xfrm>
            <a:off x="457198" y="1508393"/>
            <a:ext cx="2545828" cy="2815957"/>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a:extLst>
              <a:ext uri="{FF2B5EF4-FFF2-40B4-BE49-F238E27FC236}">
                <a16:creationId xmlns:a16="http://schemas.microsoft.com/office/drawing/2014/main" id="{61834C9E-98B2-CD8C-AA0A-1DA16356296A}"/>
              </a:ext>
            </a:extLst>
          </p:cNvPr>
          <p:cNvSpPr>
            <a:spLocks noGrp="1"/>
          </p:cNvSpPr>
          <p:nvPr>
            <p:ph idx="19" hasCustomPrompt="1"/>
          </p:nvPr>
        </p:nvSpPr>
        <p:spPr>
          <a:xfrm>
            <a:off x="3299086" y="1508393"/>
            <a:ext cx="2545828" cy="2815957"/>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BEC9AEA6-E903-65D8-B27F-6044273D9DFB}"/>
              </a:ext>
            </a:extLst>
          </p:cNvPr>
          <p:cNvSpPr>
            <a:spLocks noGrp="1"/>
          </p:cNvSpPr>
          <p:nvPr>
            <p:ph idx="20" hasCustomPrompt="1"/>
          </p:nvPr>
        </p:nvSpPr>
        <p:spPr>
          <a:xfrm>
            <a:off x="6140970" y="1508393"/>
            <a:ext cx="2545828" cy="2815957"/>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EE285B6F-7A23-73F1-099E-AD70CB747A0A}"/>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3991A69-333C-1CE1-C865-3CC0512F32FA}"/>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8157707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with objec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8DDF7F1-42A9-84B7-3BC3-011A76BC977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BBE0EB71-5457-15AA-6C6E-C132E696DA9C}"/>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descr="Image placeholder">
            <a:extLst>
              <a:ext uri="{FF2B5EF4-FFF2-40B4-BE49-F238E27FC236}">
                <a16:creationId xmlns:a16="http://schemas.microsoft.com/office/drawing/2014/main" id="{B3171895-91FA-984A-52C9-210E37055A67}"/>
              </a:ext>
            </a:extLst>
          </p:cNvPr>
          <p:cNvSpPr>
            <a:spLocks noGrp="1"/>
          </p:cNvSpPr>
          <p:nvPr>
            <p:ph sz="quarter" idx="14" hasCustomPrompt="1"/>
          </p:nvPr>
        </p:nvSpPr>
        <p:spPr>
          <a:xfrm>
            <a:off x="4726656" y="1508393"/>
            <a:ext cx="3960140" cy="2815956"/>
          </a:xfrm>
          <a:prstGeom prst="roundRect">
            <a:avLst>
              <a:gd name="adj" fmla="val 4172"/>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152815CA-11DE-C3F9-276C-34778BF0F77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7D949FB-2108-2F7F-90F3-EE81E2879204}"/>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4779217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column with object and sketche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076034-18F4-EF79-1AE3-075FD28FDD33}"/>
              </a:ext>
              <a:ext uri="{C183D7F6-B498-43B3-948B-1728B52AA6E4}">
                <adec:decorative xmlns:adec="http://schemas.microsoft.com/office/drawing/2017/decorative" val="1"/>
              </a:ext>
            </a:extLst>
          </p:cNvPr>
          <p:cNvPicPr>
            <a:picLocks noChangeAspect="1"/>
          </p:cNvPicPr>
          <p:nvPr userDrawn="1"/>
        </p:nvPicPr>
        <p:blipFill>
          <a:blip r:embed="rId2" cstate="screen">
            <a:alphaModFix amt="81000"/>
            <a:extLst>
              <a:ext uri="{28A0092B-C50C-407E-A947-70E740481C1C}">
                <a14:useLocalDpi xmlns:a14="http://schemas.microsoft.com/office/drawing/2010/main"/>
              </a:ext>
            </a:extLst>
          </a:blip>
          <a:srcRect l="1619" t="1619"/>
          <a:stretch>
            <a:fillRect/>
          </a:stretch>
        </p:blipFill>
        <p:spPr>
          <a:xfrm>
            <a:off x="8451" y="0"/>
            <a:ext cx="9127098" cy="5143500"/>
          </a:xfrm>
          <a:prstGeom prst="rect">
            <a:avLst/>
          </a:prstGeom>
        </p:spPr>
      </p:pic>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663B54C8-9BEF-AA9B-5AFB-AEA4B07ED08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Text placeholder">
            <a:extLst>
              <a:ext uri="{FF2B5EF4-FFF2-40B4-BE49-F238E27FC236}">
                <a16:creationId xmlns:a16="http://schemas.microsoft.com/office/drawing/2014/main" id="{365F77A7-C9B8-1C63-8040-75FC1835C4B9}"/>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descr="Image placeholder">
            <a:extLst>
              <a:ext uri="{FF2B5EF4-FFF2-40B4-BE49-F238E27FC236}">
                <a16:creationId xmlns:a16="http://schemas.microsoft.com/office/drawing/2014/main" id="{5A1FEAC2-7BFF-B2B2-2E42-A49B24996613}"/>
              </a:ext>
            </a:extLst>
          </p:cNvPr>
          <p:cNvSpPr>
            <a:spLocks noGrp="1"/>
          </p:cNvSpPr>
          <p:nvPr>
            <p:ph sz="quarter" idx="14" hasCustomPrompt="1"/>
          </p:nvPr>
        </p:nvSpPr>
        <p:spPr>
          <a:xfrm>
            <a:off x="4726656" y="1508393"/>
            <a:ext cx="3960140" cy="2815956"/>
          </a:xfrm>
          <a:prstGeom prst="roundRect">
            <a:avLst>
              <a:gd name="adj" fmla="val 4172"/>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806A5C7D-1F84-D149-6EFE-842B2F585AC9}"/>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2" name="Slide Number Placeholder 11">
            <a:extLst>
              <a:ext uri="{FF2B5EF4-FFF2-40B4-BE49-F238E27FC236}">
                <a16:creationId xmlns:a16="http://schemas.microsoft.com/office/drawing/2014/main" id="{013575A3-F067-EA24-D8BD-6F80513A93BA}"/>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6661184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column with half page objec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B50AAE-14AA-3CA4-4AE3-835BE15BEE08}"/>
              </a:ext>
            </a:extLst>
          </p:cNvPr>
          <p:cNvSpPr>
            <a:spLocks noGrp="1"/>
          </p:cNvSpPr>
          <p:nvPr>
            <p:ph type="title" hasCustomPrompt="1"/>
          </p:nvPr>
        </p:nvSpPr>
        <p:spPr>
          <a:xfrm>
            <a:off x="457198" y="425736"/>
            <a:ext cx="3951990" cy="549952"/>
          </a:xfrm>
        </p:spPr>
        <p:txBody>
          <a:bodyPr/>
          <a:lstStyle/>
          <a:p>
            <a:r>
              <a:rPr lang="en-US"/>
              <a:t>Click to edit master title style</a:t>
            </a:r>
          </a:p>
        </p:txBody>
      </p:sp>
      <p:sp>
        <p:nvSpPr>
          <p:cNvPr id="6" name="Subhead placeholder">
            <a:extLst>
              <a:ext uri="{FF2B5EF4-FFF2-40B4-BE49-F238E27FC236}">
                <a16:creationId xmlns:a16="http://schemas.microsoft.com/office/drawing/2014/main" id="{575C2031-DA59-A055-52CC-761A67068BCF}"/>
              </a:ext>
            </a:extLst>
          </p:cNvPr>
          <p:cNvSpPr>
            <a:spLocks noGrp="1"/>
          </p:cNvSpPr>
          <p:nvPr>
            <p:ph type="body" sz="quarter" idx="12" hasCustomPrompt="1"/>
          </p:nvPr>
        </p:nvSpPr>
        <p:spPr>
          <a:xfrm>
            <a:off x="457198" y="1132668"/>
            <a:ext cx="395199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2758CEBB-DB2F-17EE-BA62-08822521E986}"/>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descr="Image placeholder">
            <a:extLst>
              <a:ext uri="{FF2B5EF4-FFF2-40B4-BE49-F238E27FC236}">
                <a16:creationId xmlns:a16="http://schemas.microsoft.com/office/drawing/2014/main" id="{984A6C73-609D-4A15-AB1B-9F5652394E5C}"/>
              </a:ext>
            </a:extLst>
          </p:cNvPr>
          <p:cNvSpPr>
            <a:spLocks noGrp="1"/>
          </p:cNvSpPr>
          <p:nvPr>
            <p:ph sz="quarter" idx="13" hasCustomPrompt="1"/>
          </p:nvPr>
        </p:nvSpPr>
        <p:spPr>
          <a:xfrm>
            <a:off x="4572001" y="0"/>
            <a:ext cx="4572000" cy="5143499"/>
          </a:xfrm>
          <a:prstGeom prst="rect">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8" name="Footer Placeholder 7">
            <a:extLst>
              <a:ext uri="{FF2B5EF4-FFF2-40B4-BE49-F238E27FC236}">
                <a16:creationId xmlns:a16="http://schemas.microsoft.com/office/drawing/2014/main" id="{430E8EA2-E82B-4672-694D-720345411A13}"/>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07AEB557-F875-7E5B-1DF8-C19428A03243}"/>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9045085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ne column with 1/3 objec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0FCB67-5B6B-2216-9504-7BED66175D3F}"/>
              </a:ext>
            </a:extLst>
          </p:cNvPr>
          <p:cNvSpPr>
            <a:spLocks noGrp="1"/>
          </p:cNvSpPr>
          <p:nvPr>
            <p:ph type="title"/>
          </p:nvPr>
        </p:nvSpPr>
        <p:spPr>
          <a:xfrm>
            <a:off x="457198" y="425872"/>
            <a:ext cx="5425442" cy="289230"/>
          </a:xfrm>
        </p:spPr>
        <p:txBody>
          <a:bodyPr/>
          <a:lstStyle/>
          <a:p>
            <a:r>
              <a:rPr lang="fr-FR"/>
              <a:t>Modifiez le style du titre</a:t>
            </a:r>
            <a:endParaRPr lang="en-US"/>
          </a:p>
        </p:txBody>
      </p:sp>
      <p:sp>
        <p:nvSpPr>
          <p:cNvPr id="7" name="Subhead placeholder">
            <a:extLst>
              <a:ext uri="{FF2B5EF4-FFF2-40B4-BE49-F238E27FC236}">
                <a16:creationId xmlns:a16="http://schemas.microsoft.com/office/drawing/2014/main" id="{22901A26-9741-E8EE-2A1E-3420FC22B1F7}"/>
              </a:ext>
            </a:extLst>
          </p:cNvPr>
          <p:cNvSpPr>
            <a:spLocks noGrp="1"/>
          </p:cNvSpPr>
          <p:nvPr>
            <p:ph type="body" sz="quarter" idx="12" hasCustomPrompt="1"/>
          </p:nvPr>
        </p:nvSpPr>
        <p:spPr>
          <a:xfrm>
            <a:off x="457198" y="851103"/>
            <a:ext cx="5425442"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3" name="Text placeholder">
            <a:extLst>
              <a:ext uri="{FF2B5EF4-FFF2-40B4-BE49-F238E27FC236}">
                <a16:creationId xmlns:a16="http://schemas.microsoft.com/office/drawing/2014/main" id="{3653E5CB-B954-B651-AC7B-F991623A5D48}"/>
              </a:ext>
            </a:extLst>
          </p:cNvPr>
          <p:cNvSpPr>
            <a:spLocks noGrp="1"/>
          </p:cNvSpPr>
          <p:nvPr>
            <p:ph idx="1" hasCustomPrompt="1"/>
          </p:nvPr>
        </p:nvSpPr>
        <p:spPr>
          <a:xfrm>
            <a:off x="457198" y="1508394"/>
            <a:ext cx="5425442" cy="2815956"/>
          </a:xfrm>
          <a:prstGeom prst="rect">
            <a:avLst/>
          </a:prstGeom>
        </p:spPr>
        <p:txBody>
          <a:bodyPr vert="horz" lIns="0" tIns="0" rIns="0" bIns="0" rtlCol="0">
            <a:noAutofit/>
          </a:bodyPr>
          <a:lstStyle>
            <a:lvl1pPr marL="0" indent="0">
              <a:buClr>
                <a:schemeClr val="bg2"/>
              </a:buClr>
              <a:defRPr/>
            </a:lvl1pPr>
            <a:lvl2pPr>
              <a:buClr>
                <a:schemeClr val="bg2"/>
              </a:buClr>
              <a:defRPr/>
            </a:lvl2pPr>
            <a:lvl3pPr>
              <a:buClr>
                <a:schemeClr val="bg2"/>
              </a:buClr>
              <a:defRPr/>
            </a:lvl3pPr>
            <a:lvl4pPr>
              <a:buClr>
                <a:schemeClr val="bg2"/>
              </a:buClr>
              <a:defRPr/>
            </a:lvl4pPr>
            <a:lvl5pPr>
              <a:buClr>
                <a:schemeClr val="bg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descr="Image placeholder">
            <a:extLst>
              <a:ext uri="{FF2B5EF4-FFF2-40B4-BE49-F238E27FC236}">
                <a16:creationId xmlns:a16="http://schemas.microsoft.com/office/drawing/2014/main" id="{F7874DD1-0CC4-368A-2336-D7B8829E6720}"/>
              </a:ext>
            </a:extLst>
          </p:cNvPr>
          <p:cNvSpPr>
            <a:spLocks noGrp="1"/>
          </p:cNvSpPr>
          <p:nvPr>
            <p:ph sz="quarter" idx="13" hasCustomPrompt="1"/>
          </p:nvPr>
        </p:nvSpPr>
        <p:spPr>
          <a:xfrm>
            <a:off x="6098400" y="0"/>
            <a:ext cx="3045600" cy="5143499"/>
          </a:xfrm>
          <a:prstGeom prst="rect">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4" name="Footer Placeholder 3">
            <a:extLst>
              <a:ext uri="{FF2B5EF4-FFF2-40B4-BE49-F238E27FC236}">
                <a16:creationId xmlns:a16="http://schemas.microsoft.com/office/drawing/2014/main" id="{5CCB710F-3CCF-3B7E-3628-1ABE44D68E7A}"/>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4CA8A89A-9E58-705F-6B28-FD2DC9C7F69B}"/>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5142494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bg2"/>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6" name="Footer Placeholder 5">
            <a:extLst>
              <a:ext uri="{FF2B5EF4-FFF2-40B4-BE49-F238E27FC236}">
                <a16:creationId xmlns:a16="http://schemas.microsoft.com/office/drawing/2014/main" id="{F9AFD0C5-A8C0-C757-0E3A-4B8617243EDA}"/>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4CCDEED3-4ED7-83E9-DDFD-DAEB86E713F3}"/>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575736797"/>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slide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89A397-BFF7-F66A-0AF8-332429A59822}"/>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bg2"/>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7" name="Footer Placeholder 6">
            <a:extLst>
              <a:ext uri="{FF2B5EF4-FFF2-40B4-BE49-F238E27FC236}">
                <a16:creationId xmlns:a16="http://schemas.microsoft.com/office/drawing/2014/main" id="{97C73477-AE26-FE8C-C7D9-018EF51039C3}"/>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956AD62B-3E3B-B867-E001-AFBB77CA6C5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094319507"/>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with subhead">
    <p:spTree>
      <p:nvGrpSpPr>
        <p:cNvPr id="1" name=""/>
        <p:cNvGrpSpPr/>
        <p:nvPr/>
      </p:nvGrpSpPr>
      <p:grpSpPr>
        <a:xfrm>
          <a:off x="0" y="0"/>
          <a:ext cx="0" cy="0"/>
          <a:chOff x="0" y="0"/>
          <a:chExt cx="0" cy="0"/>
        </a:xfrm>
      </p:grpSpPr>
      <p:sp>
        <p:nvSpPr>
          <p:cNvPr id="3" name="Title placeholder"/>
          <p:cNvSpPr>
            <a:spLocks noGrp="1"/>
          </p:cNvSpPr>
          <p:nvPr>
            <p:ph type="title" hasCustomPrompt="1"/>
          </p:nvPr>
        </p:nvSpPr>
        <p:spPr>
          <a:xfrm>
            <a:off x="457197" y="2155230"/>
            <a:ext cx="8229601" cy="396597"/>
          </a:xfrm>
          <a:prstGeom prst="rect">
            <a:avLst/>
          </a:prstGeom>
        </p:spPr>
        <p:txBody>
          <a:bodyPr lIns="0" tIns="0" rIns="0" bIns="0" anchor="ctr" anchorCtr="0">
            <a:noAutofit/>
          </a:bodyPr>
          <a:lstStyle>
            <a:lvl1pPr algn="l">
              <a:lnSpc>
                <a:spcPts val="3400"/>
              </a:lnSpc>
              <a:defRPr sz="3400" b="0" baseline="0">
                <a:solidFill>
                  <a:schemeClr val="tx1"/>
                </a:solidFill>
              </a:defRPr>
            </a:lvl1pPr>
          </a:lstStyle>
          <a:p>
            <a:r>
              <a:rPr lang="en-US"/>
              <a:t>Click to edit section title</a:t>
            </a:r>
          </a:p>
        </p:txBody>
      </p:sp>
      <p:sp>
        <p:nvSpPr>
          <p:cNvPr id="7" name="Subhead placeholder">
            <a:extLst>
              <a:ext uri="{FF2B5EF4-FFF2-40B4-BE49-F238E27FC236}">
                <a16:creationId xmlns:a16="http://schemas.microsoft.com/office/drawing/2014/main" id="{1EF4D315-0037-21FE-3F91-14D2D04E7A7E}"/>
              </a:ext>
            </a:extLst>
          </p:cNvPr>
          <p:cNvSpPr>
            <a:spLocks noGrp="1"/>
          </p:cNvSpPr>
          <p:nvPr>
            <p:ph type="body" sz="quarter" idx="14" hasCustomPrompt="1"/>
          </p:nvPr>
        </p:nvSpPr>
        <p:spPr>
          <a:xfrm>
            <a:off x="457198" y="2752292"/>
            <a:ext cx="8229600" cy="270090"/>
          </a:xfrm>
          <a:prstGeom prst="rect">
            <a:avLst/>
          </a:prstGeom>
        </p:spPr>
        <p:txBody>
          <a:bodyPr lIns="0" tIns="0" rIns="0" bIns="0"/>
          <a:lstStyle>
            <a:lvl1pPr marL="0" indent="0">
              <a:lnSpc>
                <a:spcPts val="1600"/>
              </a:lnSpc>
              <a:defRPr>
                <a:solidFill>
                  <a:schemeClr val="tx1"/>
                </a:solidFill>
                <a:latin typeface="+mj-lt"/>
              </a:defRPr>
            </a:lvl1pPr>
          </a:lstStyle>
          <a:p>
            <a:pPr lvl="0"/>
            <a:r>
              <a:rPr lang="en-GB"/>
              <a:t>Click to edit subhead</a:t>
            </a:r>
            <a:endParaRPr lang="en-PL"/>
          </a:p>
        </p:txBody>
      </p:sp>
      <p:sp>
        <p:nvSpPr>
          <p:cNvPr id="8" name="Footer Placeholder 7">
            <a:extLst>
              <a:ext uri="{FF2B5EF4-FFF2-40B4-BE49-F238E27FC236}">
                <a16:creationId xmlns:a16="http://schemas.microsoft.com/office/drawing/2014/main" id="{443626D6-F71A-A6C5-FADC-D0E0103428C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68C04D41-B75D-1285-AA92-EECD26B8D642}"/>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316145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for longer copy">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7" name="Footer Placeholder 6">
            <a:extLst>
              <a:ext uri="{FF2B5EF4-FFF2-40B4-BE49-F238E27FC236}">
                <a16:creationId xmlns:a16="http://schemas.microsoft.com/office/drawing/2014/main" id="{3C8521EE-C326-976B-69A5-A00E6FC7DD2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54C7D64-F28B-616F-AB18-2A9E5A08DAE1}"/>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8572564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2C8286D9-35F7-7D06-11A7-849A4DF8E211}"/>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bg1">
              <a:lumMod val="85000"/>
            </a:schemeClr>
          </a:solidFill>
        </p:spPr>
        <p:txBody>
          <a:bodyPr/>
          <a:lstStyle>
            <a:lvl1pPr>
              <a:defRPr sz="1200"/>
            </a:lvl1pPr>
          </a:lstStyle>
          <a:p>
            <a:r>
              <a:rPr lang="fr-FR"/>
              <a:t>Cliquez sur l'icône pour ajouter une image</a:t>
            </a:r>
            <a:endParaRPr lang="en-US"/>
          </a:p>
        </p:txBody>
      </p:sp>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8" name="Footer Placeholder 7">
            <a:extLst>
              <a:ext uri="{FF2B5EF4-FFF2-40B4-BE49-F238E27FC236}">
                <a16:creationId xmlns:a16="http://schemas.microsoft.com/office/drawing/2014/main" id="{8A7E48CF-F7EF-9503-0E14-489C1FB58E3A}"/>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44E29097-003B-62E9-F757-27AEAB8DA791}"/>
              </a:ext>
              <a:ext uri="{C183D7F6-B498-43B3-948B-1728B52AA6E4}">
                <adec:decorative xmlns:adec="http://schemas.microsoft.com/office/drawing/2017/decorative" val="1"/>
              </a:ext>
            </a:extLst>
          </p:cNvPr>
          <p:cNvSpPr>
            <a:spLocks noGrp="1"/>
          </p:cNvSpPr>
          <p:nvPr>
            <p:ph type="sldNum" sz="quarter" idx="19"/>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3314317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sketche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7FB687-76FF-D941-E0D1-48A95619975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5" name="Footer Placeholder 4">
            <a:extLst>
              <a:ext uri="{FF2B5EF4-FFF2-40B4-BE49-F238E27FC236}">
                <a16:creationId xmlns:a16="http://schemas.microsoft.com/office/drawing/2014/main" id="{307C3940-8990-640D-5FE9-500EED7E116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6" name="Slide Number Placeholder 5">
            <a:extLst>
              <a:ext uri="{FF2B5EF4-FFF2-40B4-BE49-F238E27FC236}">
                <a16:creationId xmlns:a16="http://schemas.microsoft.com/office/drawing/2014/main" id="{3CD77A5D-3237-2B25-ADF6-410A87590F8F}"/>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713434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dvancing Energy Tech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8E2A70-27FD-7331-D298-00F062D0859B}"/>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10" name="Oval 9">
            <a:extLst>
              <a:ext uri="{FF2B5EF4-FFF2-40B4-BE49-F238E27FC236}">
                <a16:creationId xmlns:a16="http://schemas.microsoft.com/office/drawing/2014/main" id="{EBDA8164-F715-E8C8-775C-34E5080D3DFB}"/>
              </a:ext>
              <a:ext uri="{C183D7F6-B498-43B3-948B-1728B52AA6E4}">
                <adec:decorative xmlns:adec="http://schemas.microsoft.com/office/drawing/2017/decorative" val="1"/>
              </a:ext>
            </a:extLst>
          </p:cNvPr>
          <p:cNvSpPr/>
          <p:nvPr userDrawn="1"/>
        </p:nvSpPr>
        <p:spPr>
          <a:xfrm>
            <a:off x="6060733" y="1262023"/>
            <a:ext cx="1806130" cy="1450949"/>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BA74126-5639-875C-1C87-CF17CB72DB42}"/>
              </a:ext>
            </a:extLst>
          </p:cNvPr>
          <p:cNvSpPr txBox="1"/>
          <p:nvPr userDrawn="1"/>
        </p:nvSpPr>
        <p:spPr>
          <a:xfrm>
            <a:off x="1630109" y="2233745"/>
            <a:ext cx="5883782" cy="615553"/>
          </a:xfrm>
          <a:prstGeom prst="rect">
            <a:avLst/>
          </a:prstGeom>
          <a:noFill/>
        </p:spPr>
        <p:txBody>
          <a:bodyPr wrap="square">
            <a:spAutoFit/>
          </a:bodyPr>
          <a:lstStyle/>
          <a:p>
            <a:pPr algn="ctr"/>
            <a:r>
              <a:rPr lang="en-US" sz="3400" b="0" kern="1200" baseline="0">
                <a:solidFill>
                  <a:schemeClr val="tx1"/>
                </a:solidFill>
                <a:latin typeface="+mj-lt"/>
                <a:ea typeface="+mj-ea"/>
                <a:cs typeface="Arial"/>
              </a:rPr>
              <a:t>Advancing Energy</a:t>
            </a:r>
            <a:r>
              <a:rPr lang="en-US" sz="3400" b="0" kern="1200" baseline="0">
                <a:solidFill>
                  <a:schemeClr val="tx1"/>
                </a:solidFill>
                <a:latin typeface="+mj-lt"/>
                <a:ea typeface="+mn-ea"/>
                <a:cs typeface="Arial"/>
              </a:rPr>
              <a:t> </a:t>
            </a:r>
            <a:r>
              <a:rPr lang="en-US" sz="3400" b="0" kern="1200" baseline="0">
                <a:solidFill>
                  <a:schemeClr val="tx1"/>
                </a:solidFill>
                <a:latin typeface="+mj-lt"/>
                <a:ea typeface="+mj-ea"/>
                <a:cs typeface="Arial"/>
              </a:rPr>
              <a:t>Tech</a:t>
            </a:r>
          </a:p>
        </p:txBody>
      </p:sp>
      <p:sp>
        <p:nvSpPr>
          <p:cNvPr id="4" name="Footer Placeholder 3">
            <a:extLst>
              <a:ext uri="{FF2B5EF4-FFF2-40B4-BE49-F238E27FC236}">
                <a16:creationId xmlns:a16="http://schemas.microsoft.com/office/drawing/2014/main" id="{78D35692-8A35-2FEA-1996-DE57ED0DBF9F}"/>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630C606C-C7E6-2192-B2C7-AEE1819DFE3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1641286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bg1"/>
        </a:solidFill>
        <a:effectLst/>
      </p:bgPr>
    </p:bg>
    <p:spTree>
      <p:nvGrpSpPr>
        <p:cNvPr id="1" name=""/>
        <p:cNvGrpSpPr/>
        <p:nvPr/>
      </p:nvGrpSpPr>
      <p:grpSpPr>
        <a:xfrm>
          <a:off x="0" y="0"/>
          <a:ext cx="0" cy="0"/>
          <a:chOff x="0" y="0"/>
          <a:chExt cx="0" cy="0"/>
        </a:xfrm>
      </p:grpSpPr>
      <p:sp>
        <p:nvSpPr>
          <p:cNvPr id="7" name="se.com capsule" descr="SE.com CTA&#10;">
            <a:hlinkClick r:id="rId2"/>
            <a:extLst>
              <a:ext uri="{FF2B5EF4-FFF2-40B4-BE49-F238E27FC236}">
                <a16:creationId xmlns:a16="http://schemas.microsoft.com/office/drawing/2014/main" id="{E1E1529A-0E44-3BA2-8E24-2790BDA61571}"/>
              </a:ext>
            </a:extLst>
          </p:cNvPr>
          <p:cNvSpPr/>
          <p:nvPr userDrawn="1"/>
        </p:nvSpPr>
        <p:spPr>
          <a:xfrm>
            <a:off x="457198" y="4156075"/>
            <a:ext cx="1103804" cy="323850"/>
          </a:xfrm>
          <a:prstGeom prst="roundRect">
            <a:avLst>
              <a:gd name="adj" fmla="val 50000"/>
            </a:avLst>
          </a:prstGeom>
          <a:noFill/>
          <a:ln w="9525" cap="flat" cmpd="sng" algn="ctr">
            <a:solidFill>
              <a:srgbClr val="3DCD58"/>
            </a:solidFill>
            <a:prstDash val="solid"/>
          </a:ln>
          <a:effectLst/>
        </p:spPr>
        <p:txBody>
          <a:bodyPr lIns="0" tIns="0" rIns="0" bIns="18000" rtlCol="0" anchor="ctr"/>
          <a:lstStyle/>
          <a:p>
            <a:pPr marL="0" marR="0" lvl="0" indent="0" algn="ctr" defTabSz="457184"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chemeClr val="tx1"/>
                </a:solidFill>
                <a:effectLst/>
                <a:uLnTx/>
                <a:uFillTx/>
                <a:latin typeface="+mj-lt"/>
              </a:rPr>
              <a:t>s</a:t>
            </a:r>
            <a:r>
              <a:rPr kumimoji="0" lang="en-PL" sz="1400" b="0" i="0" u="none" strike="noStrike" kern="0" cap="none" spc="0" normalizeH="0" baseline="0" noProof="0">
                <a:ln>
                  <a:noFill/>
                </a:ln>
                <a:solidFill>
                  <a:schemeClr val="tx1"/>
                </a:solidFill>
                <a:effectLst/>
                <a:uLnTx/>
                <a:uFillTx/>
                <a:latin typeface="+mj-lt"/>
              </a:rPr>
              <a:t>e.com</a:t>
            </a:r>
          </a:p>
        </p:txBody>
      </p:sp>
      <p:sp>
        <p:nvSpPr>
          <p:cNvPr id="16" name="TextBox 15">
            <a:extLst>
              <a:ext uri="{FF2B5EF4-FFF2-40B4-BE49-F238E27FC236}">
                <a16:creationId xmlns:a16="http://schemas.microsoft.com/office/drawing/2014/main" id="{380DA468-9734-3831-CC35-7DFF4689E082}"/>
              </a:ext>
            </a:extLst>
          </p:cNvPr>
          <p:cNvSpPr txBox="1"/>
          <p:nvPr userDrawn="1"/>
        </p:nvSpPr>
        <p:spPr>
          <a:xfrm>
            <a:off x="2240686" y="4041000"/>
            <a:ext cx="4563070" cy="492443"/>
          </a:xfrm>
          <a:prstGeom prst="rect">
            <a:avLst/>
          </a:prstGeom>
          <a:noFill/>
        </p:spPr>
        <p:txBody>
          <a:bodyPr wrap="square" lIns="0" tIns="0" rIns="0" bIns="0" rtlCol="0">
            <a:spAutoFit/>
          </a:bodyPr>
          <a:lstStyle/>
          <a:p>
            <a:pPr marL="179381" marR="0" lvl="1" indent="0" algn="ctr" defTabSz="447659" rtl="0" eaLnBrk="1" fontAlgn="auto" latinLnBrk="0" hangingPunct="1">
              <a:lnSpc>
                <a:spcPct val="100000"/>
              </a:lnSpc>
              <a:spcBef>
                <a:spcPts val="1100"/>
              </a:spcBef>
              <a:spcAft>
                <a:spcPts val="500"/>
              </a:spcAft>
              <a:buClr>
                <a:srgbClr val="36C746"/>
              </a:buClr>
              <a:buSzTx/>
              <a:buFont typeface="Arial" pitchFamily="34" charset="0"/>
              <a:buNone/>
              <a:tabLst/>
              <a:defRPr/>
            </a:pPr>
            <a:r>
              <a:rPr kumimoji="0" lang="en-US" sz="800" b="0" i="0" u="none" strike="noStrike" kern="1200" cap="none" spc="0" normalizeH="0" baseline="0" noProof="0">
                <a:ln>
                  <a:noFill/>
                </a:ln>
                <a:solidFill>
                  <a:schemeClr val="tx1"/>
                </a:solidFill>
                <a:effectLst/>
                <a:uLnTx/>
                <a:uFillTx/>
                <a:latin typeface="+mn-lt"/>
                <a:cs typeface="Arial"/>
              </a:rPr>
              <a:t>©2026 Schneider Electric. All Rights Reserved. </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Schneider Electric trademark</a:t>
            </a:r>
            <a:r>
              <a:rPr lang="en-US" sz="800">
                <a:solidFill>
                  <a:schemeClr val="tx1"/>
                </a:solidFill>
                <a:latin typeface="+mn-lt"/>
                <a:cs typeface="Arial"/>
              </a:rPr>
              <a:t> </a:t>
            </a:r>
            <a:r>
              <a:rPr kumimoji="0" lang="en-US" sz="800" b="0" i="0" u="none" strike="noStrike" kern="1200" cap="none" spc="0" normalizeH="0" baseline="0" noProof="0">
                <a:ln>
                  <a:noFill/>
                </a:ln>
                <a:solidFill>
                  <a:schemeClr val="tx1"/>
                </a:solidFill>
                <a:effectLst/>
                <a:uLnTx/>
                <a:uFillTx/>
                <a:latin typeface="+mn-lt"/>
                <a:cs typeface="Arial"/>
              </a:rPr>
              <a:t>is the property of Schneider Electric, </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its subsidiaries, and affiliated companies.</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All other trademarks are the property of their respective owners</a:t>
            </a:r>
          </a:p>
        </p:txBody>
      </p:sp>
      <p:pic>
        <p:nvPicPr>
          <p:cNvPr id="8" name="facebook icon" descr="Facebook icon">
            <a:hlinkClick r:id="rId3"/>
            <a:extLst>
              <a:ext uri="{FF2B5EF4-FFF2-40B4-BE49-F238E27FC236}">
                <a16:creationId xmlns:a16="http://schemas.microsoft.com/office/drawing/2014/main" id="{7E1C6BE9-7538-6CAC-0B3A-1579B56EEE2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983168" y="4217281"/>
            <a:ext cx="201437" cy="201438"/>
          </a:xfrm>
          <a:prstGeom prst="rect">
            <a:avLst/>
          </a:prstGeom>
        </p:spPr>
      </p:pic>
      <p:pic>
        <p:nvPicPr>
          <p:cNvPr id="11" name="Linkedin icon" descr="LinkedIn icon">
            <a:hlinkClick r:id="rId5"/>
            <a:extLst>
              <a:ext uri="{FF2B5EF4-FFF2-40B4-BE49-F238E27FC236}">
                <a16:creationId xmlns:a16="http://schemas.microsoft.com/office/drawing/2014/main" id="{F51D168B-CBC4-E864-5AAA-2E3CAF556CE3}"/>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7290131" y="4232776"/>
            <a:ext cx="201437" cy="170448"/>
          </a:xfrm>
          <a:prstGeom prst="rect">
            <a:avLst/>
          </a:prstGeom>
        </p:spPr>
      </p:pic>
      <p:pic>
        <p:nvPicPr>
          <p:cNvPr id="12" name="YouTube icon" descr="YouTube icon">
            <a:hlinkClick r:id="rId7"/>
            <a:extLst>
              <a:ext uri="{FF2B5EF4-FFF2-40B4-BE49-F238E27FC236}">
                <a16:creationId xmlns:a16="http://schemas.microsoft.com/office/drawing/2014/main" id="{68577729-8372-9CDC-3225-4F726E44C919}"/>
              </a:ext>
            </a:extLst>
          </p:cNvPr>
          <p:cNvPicPr>
            <a:picLocks noChangeAspect="1"/>
          </p:cNvPicPr>
          <p:nvPr userDrawn="1"/>
        </p:nvPicPr>
        <p:blipFill>
          <a:blip>
            <a:extLst>
              <a:ext uri="{96DAC541-7B7A-43D3-8B79-37D633B846F1}">
                <asvg:svgBlip xmlns:asvg="http://schemas.microsoft.com/office/drawing/2016/SVG/main" r:embed="rId8"/>
              </a:ext>
            </a:extLst>
          </a:blip>
          <a:srcRect/>
          <a:stretch/>
        </p:blipFill>
        <p:spPr>
          <a:xfrm>
            <a:off x="7597094" y="4242028"/>
            <a:ext cx="221581" cy="151942"/>
          </a:xfrm>
          <a:prstGeom prst="rect">
            <a:avLst/>
          </a:prstGeom>
        </p:spPr>
      </p:pic>
      <p:pic>
        <p:nvPicPr>
          <p:cNvPr id="13" name="X icon" descr="Twitter/X icon">
            <a:hlinkClick r:id="rId9"/>
            <a:extLst>
              <a:ext uri="{FF2B5EF4-FFF2-40B4-BE49-F238E27FC236}">
                <a16:creationId xmlns:a16="http://schemas.microsoft.com/office/drawing/2014/main" id="{EAD5DFC1-E4C6-871E-0E68-BB043383E919}"/>
              </a:ext>
            </a:extLst>
          </p:cNvPr>
          <p:cNvPicPr>
            <a:picLocks noChangeAspect="1"/>
          </p:cNvPicPr>
          <p:nvPr userDrawn="1"/>
        </p:nvPicPr>
        <p:blipFill>
          <a:blip>
            <a:extLst>
              <a:ext uri="{96DAC541-7B7A-43D3-8B79-37D633B846F1}">
                <asvg:svgBlip xmlns:asvg="http://schemas.microsoft.com/office/drawing/2016/SVG/main" r:embed="rId10"/>
              </a:ext>
            </a:extLst>
          </a:blip>
          <a:srcRect/>
          <a:stretch/>
        </p:blipFill>
        <p:spPr>
          <a:xfrm>
            <a:off x="7926199" y="4226075"/>
            <a:ext cx="179853" cy="183850"/>
          </a:xfrm>
          <a:prstGeom prst="rect">
            <a:avLst/>
          </a:prstGeom>
        </p:spPr>
      </p:pic>
      <p:pic>
        <p:nvPicPr>
          <p:cNvPr id="14" name="Instagram icon" descr="Instagram icon">
            <a:hlinkClick r:id="rId11"/>
            <a:extLst>
              <a:ext uri="{FF2B5EF4-FFF2-40B4-BE49-F238E27FC236}">
                <a16:creationId xmlns:a16="http://schemas.microsoft.com/office/drawing/2014/main" id="{A3B56502-78F0-ECFE-454F-D959B8994BDB}"/>
              </a:ext>
            </a:extLst>
          </p:cNvPr>
          <p:cNvPicPr>
            <a:picLocks noChangeAspect="1"/>
          </p:cNvPicPr>
          <p:nvPr userDrawn="1"/>
        </p:nvPicPr>
        <p:blipFill>
          <a:blip>
            <a:extLst>
              <a:ext uri="{96DAC541-7B7A-43D3-8B79-37D633B846F1}">
                <asvg:svgBlip xmlns:asvg="http://schemas.microsoft.com/office/drawing/2016/SVG/main" r:embed="rId12"/>
              </a:ext>
            </a:extLst>
          </a:blip>
          <a:srcRect/>
          <a:stretch/>
        </p:blipFill>
        <p:spPr>
          <a:xfrm>
            <a:off x="8213576" y="4226075"/>
            <a:ext cx="183849" cy="183850"/>
          </a:xfrm>
          <a:prstGeom prst="rect">
            <a:avLst/>
          </a:prstGeom>
        </p:spPr>
      </p:pic>
      <p:pic>
        <p:nvPicPr>
          <p:cNvPr id="15" name="SE blog icon" descr="SE Blog icon&#10;">
            <a:hlinkClick r:id="rId13"/>
            <a:extLst>
              <a:ext uri="{FF2B5EF4-FFF2-40B4-BE49-F238E27FC236}">
                <a16:creationId xmlns:a16="http://schemas.microsoft.com/office/drawing/2014/main" id="{4A1EF6C2-8985-125D-8994-A171A7815917}"/>
              </a:ext>
            </a:extLst>
          </p:cNvPr>
          <p:cNvPicPr>
            <a:picLocks noChangeAspect="1"/>
          </p:cNvPicPr>
          <p:nvPr userDrawn="1"/>
        </p:nvPicPr>
        <p:blipFill>
          <a:blip>
            <a:extLst>
              <a:ext uri="{96DAC541-7B7A-43D3-8B79-37D633B846F1}">
                <asvg:svgBlip xmlns:asvg="http://schemas.microsoft.com/office/drawing/2016/SVG/main" r:embed="rId14"/>
              </a:ext>
            </a:extLst>
          </a:blip>
          <a:srcRect/>
          <a:stretch/>
        </p:blipFill>
        <p:spPr>
          <a:xfrm>
            <a:off x="8502951" y="4226075"/>
            <a:ext cx="183849" cy="183850"/>
          </a:xfrm>
          <a:prstGeom prst="rect">
            <a:avLst/>
          </a:prstGeom>
        </p:spPr>
      </p:pic>
      <p:sp>
        <p:nvSpPr>
          <p:cNvPr id="2" name="Rectangle 1">
            <a:extLst>
              <a:ext uri="{FF2B5EF4-FFF2-40B4-BE49-F238E27FC236}">
                <a16:creationId xmlns:a16="http://schemas.microsoft.com/office/drawing/2014/main" id="{271B6E44-1B65-91A3-392A-22AB2259F3A6}"/>
              </a:ext>
              <a:ext uri="{C183D7F6-B498-43B3-948B-1728B52AA6E4}">
                <adec:decorative xmlns:adec="http://schemas.microsoft.com/office/drawing/2017/decorative" val="1"/>
              </a:ext>
            </a:extLst>
          </p:cNvPr>
          <p:cNvSpPr/>
          <p:nvPr userDrawn="1"/>
        </p:nvSpPr>
        <p:spPr>
          <a:xfrm>
            <a:off x="7491568" y="4533443"/>
            <a:ext cx="1652432" cy="6100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18EB856C-EC88-984B-D986-26C75786BE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15"/>
              </a:ext>
            </a:extLst>
          </a:blip>
          <a:srcRect/>
          <a:stretch/>
        </p:blipFill>
        <p:spPr>
          <a:xfrm>
            <a:off x="3291114" y="2192229"/>
            <a:ext cx="2561770" cy="759042"/>
          </a:xfrm>
          <a:prstGeom prst="rect">
            <a:avLst/>
          </a:prstGeom>
        </p:spPr>
      </p:pic>
    </p:spTree>
    <p:extLst>
      <p:ext uri="{BB962C8B-B14F-4D97-AF65-F5344CB8AC3E}">
        <p14:creationId xmlns:p14="http://schemas.microsoft.com/office/powerpoint/2010/main" val="30313574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lide simple">
    <p:bg>
      <p:bgPr>
        <a:solidFill>
          <a:schemeClr val="accent5"/>
        </a:solidFill>
        <a:effectLst/>
      </p:bgPr>
    </p:bg>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8291515" cy="710404"/>
          </a:xfrm>
          <a:prstGeom prst="rect">
            <a:avLst/>
          </a:prstGeom>
        </p:spPr>
        <p:txBody>
          <a:bodyPr wrap="none" lIns="0" tIns="0" rIns="0" bIns="0" anchor="t" anchorCtr="0">
            <a:noAutofit/>
          </a:bodyPr>
          <a:lstStyle>
            <a:lvl1pPr marL="0" indent="0" algn="l">
              <a:lnSpc>
                <a:spcPts val="3200"/>
              </a:lnSpc>
              <a:buFont typeface="Arial"/>
              <a:buNone/>
              <a:defRPr sz="2800" b="0">
                <a:solidFill>
                  <a:schemeClr val="tx1"/>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2" name="Picture 8">
            <a:extLst>
              <a:ext uri="{FF2B5EF4-FFF2-40B4-BE49-F238E27FC236}">
                <a16:creationId xmlns:a16="http://schemas.microsoft.com/office/drawing/2014/main" id="{BAECC792-CA14-C7A4-30D4-B617C45AFF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4" name="Footer Placeholder 3">
            <a:extLst>
              <a:ext uri="{FF2B5EF4-FFF2-40B4-BE49-F238E27FC236}">
                <a16:creationId xmlns:a16="http://schemas.microsoft.com/office/drawing/2014/main" id="{6668E0CD-5241-CF25-0D1A-1451CD3AB63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42594868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ne column">
    <p:bg>
      <p:bgPr>
        <a:solidFill>
          <a:schemeClr val="accent5"/>
        </a:solidFill>
        <a:effectLst/>
      </p:bgPr>
    </p:bg>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
        <p:nvSpPr>
          <p:cNvPr id="6" name="Title 5">
            <a:extLst>
              <a:ext uri="{FF2B5EF4-FFF2-40B4-BE49-F238E27FC236}">
                <a16:creationId xmlns:a16="http://schemas.microsoft.com/office/drawing/2014/main" id="{8D0D8A4D-3C08-ED9C-B2F5-76F635F375B2}"/>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31008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One column two line headline">
    <p:bg>
      <p:bgPr>
        <a:solidFill>
          <a:schemeClr val="accent5"/>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a:xfrm>
            <a:off x="457197" y="425871"/>
            <a:ext cx="8229601" cy="612036"/>
          </a:xfrm>
        </p:spPr>
        <p:txBody>
          <a:bodyPr/>
          <a:lstStyle/>
          <a:p>
            <a:r>
              <a:rPr lang="en-US"/>
              <a:t>Click to edit</a:t>
            </a:r>
            <a:br>
              <a:rPr lang="en-US"/>
            </a:br>
            <a:r>
              <a:rPr lang="en-US"/>
              <a:t>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1167680"/>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0294572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Offer comm">
    <p:bg>
      <p:bgPr>
        <a:solidFill>
          <a:schemeClr val="accent5"/>
        </a:solidFill>
        <a:effectLst/>
      </p:bgPr>
    </p:bg>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4114803" cy="716459"/>
          </a:xfrm>
          <a:prstGeom prst="rect">
            <a:avLst/>
          </a:prstGeom>
        </p:spPr>
        <p:txBody>
          <a:bodyPr wrap="none" lIns="0" tIns="0" rIns="0" bIns="0" anchor="t" anchorCtr="0">
            <a:noAutofit/>
          </a:bodyPr>
          <a:lstStyle>
            <a:lvl1pPr marL="0" indent="0" algn="l">
              <a:lnSpc>
                <a:spcPts val="3200"/>
              </a:lnSpc>
              <a:buFont typeface="Arial"/>
              <a:buNone/>
              <a:defRPr sz="2800" b="0">
                <a:solidFill>
                  <a:schemeClr val="tx1"/>
                </a:solidFill>
              </a:defRPr>
            </a:lvl1pPr>
          </a:lstStyle>
          <a:p>
            <a:r>
              <a:rPr lang="en-US"/>
              <a:t>Presentation </a:t>
            </a:r>
            <a:br>
              <a:rPr lang="en-US"/>
            </a:br>
            <a:r>
              <a:rPr lang="en-US"/>
              <a:t>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4114803"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4114803"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5" name="Picture 8">
            <a:extLst>
              <a:ext uri="{FF2B5EF4-FFF2-40B4-BE49-F238E27FC236}">
                <a16:creationId xmlns:a16="http://schemas.microsoft.com/office/drawing/2014/main" id="{36D14F70-2122-EE32-0ED1-D31B12D1D7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12" name="Picture Placeholder 11">
            <a:extLst>
              <a:ext uri="{FF2B5EF4-FFF2-40B4-BE49-F238E27FC236}">
                <a16:creationId xmlns:a16="http://schemas.microsoft.com/office/drawing/2014/main" id="{6F0A24E5-CBCF-AFA0-A6A9-0FB50E5B9D51}"/>
              </a:ext>
              <a:ext uri="{C183D7F6-B498-43B3-948B-1728B52AA6E4}">
                <adec:decorative xmlns:adec="http://schemas.microsoft.com/office/drawing/2017/decorative" val="1"/>
              </a:ext>
            </a:extLst>
          </p:cNvPr>
          <p:cNvSpPr>
            <a:spLocks noGrp="1"/>
          </p:cNvSpPr>
          <p:nvPr>
            <p:ph type="pic" sz="quarter" idx="17"/>
          </p:nvPr>
        </p:nvSpPr>
        <p:spPr>
          <a:xfrm>
            <a:off x="4873880" y="1728216"/>
            <a:ext cx="3438016" cy="1416622"/>
          </a:xfrm>
          <a:noFill/>
        </p:spPr>
        <p:txBody>
          <a:bodyPr/>
          <a:lstStyle/>
          <a:p>
            <a:r>
              <a:rPr lang="en-US"/>
              <a:t>Click icon to add picture</a:t>
            </a:r>
          </a:p>
        </p:txBody>
      </p:sp>
      <p:sp>
        <p:nvSpPr>
          <p:cNvPr id="15" name="Graphic 2">
            <a:extLst>
              <a:ext uri="{FF2B5EF4-FFF2-40B4-BE49-F238E27FC236}">
                <a16:creationId xmlns:a16="http://schemas.microsoft.com/office/drawing/2014/main" id="{18C0A611-8854-0F9A-1E70-8AF35878A7DC}"/>
              </a:ext>
              <a:ext uri="{C183D7F6-B498-43B3-948B-1728B52AA6E4}">
                <adec:decorative xmlns:adec="http://schemas.microsoft.com/office/drawing/2017/decorative" val="1"/>
              </a:ext>
            </a:extLst>
          </p:cNvPr>
          <p:cNvSpPr/>
          <p:nvPr userDrawn="1"/>
        </p:nvSpPr>
        <p:spPr>
          <a:xfrm>
            <a:off x="5026575" y="870214"/>
            <a:ext cx="3132626" cy="3132626"/>
          </a:xfrm>
          <a:custGeom>
            <a:avLst/>
            <a:gdLst>
              <a:gd name="csX0" fmla="*/ 254154 w 3132626"/>
              <a:gd name="csY0" fmla="*/ 2878473 h 3132626"/>
              <a:gd name="csX1" fmla="*/ 2421296 w 3132626"/>
              <a:gd name="csY1" fmla="*/ 2421296 h 3132626"/>
              <a:gd name="csX2" fmla="*/ 2878473 w 3132626"/>
              <a:gd name="csY2" fmla="*/ 254154 h 3132626"/>
              <a:gd name="csX3" fmla="*/ 711331 w 3132626"/>
              <a:gd name="csY3" fmla="*/ 711331 h 3132626"/>
              <a:gd name="csX4" fmla="*/ 254154 w 3132626"/>
              <a:gd name="csY4" fmla="*/ 2878473 h 3132626"/>
            </a:gdLst>
            <a:ahLst/>
            <a:cxnLst>
              <a:cxn ang="0">
                <a:pos x="csX0" y="csY0"/>
              </a:cxn>
              <a:cxn ang="0">
                <a:pos x="csX1" y="csY1"/>
              </a:cxn>
              <a:cxn ang="0">
                <a:pos x="csX2" y="csY2"/>
              </a:cxn>
              <a:cxn ang="0">
                <a:pos x="csX3" y="csY3"/>
              </a:cxn>
              <a:cxn ang="0">
                <a:pos x="csX4" y="csY4"/>
              </a:cxn>
            </a:cxnLst>
            <a:rect l="l" t="t" r="r" b="b"/>
            <a:pathLst>
              <a:path w="3132626" h="3132626">
                <a:moveTo>
                  <a:pt x="254154" y="2878473"/>
                </a:moveTo>
                <a:cubicBezTo>
                  <a:pt x="726348" y="3350667"/>
                  <a:pt x="1696598" y="3145994"/>
                  <a:pt x="2421296" y="2421296"/>
                </a:cubicBezTo>
                <a:cubicBezTo>
                  <a:pt x="3145994" y="1696598"/>
                  <a:pt x="3350667" y="726348"/>
                  <a:pt x="2878473" y="254154"/>
                </a:cubicBezTo>
                <a:cubicBezTo>
                  <a:pt x="2406279" y="-218040"/>
                  <a:pt x="1436029" y="-13367"/>
                  <a:pt x="711331" y="711331"/>
                </a:cubicBezTo>
                <a:cubicBezTo>
                  <a:pt x="-13367" y="1436029"/>
                  <a:pt x="-218040" y="2406279"/>
                  <a:pt x="254154" y="2878473"/>
                </a:cubicBezTo>
              </a:path>
            </a:pathLst>
          </a:custGeom>
          <a:noFill/>
          <a:ln w="12063" cap="flat">
            <a:solidFill>
              <a:schemeClr val="accent1"/>
            </a:solidFill>
            <a:prstDash val="solid"/>
            <a:miter/>
          </a:ln>
        </p:spPr>
        <p:txBody>
          <a:bodyPr/>
          <a:lstStyle/>
          <a:p>
            <a:endParaRPr lang="en-US"/>
          </a:p>
        </p:txBody>
      </p:sp>
      <p:sp>
        <p:nvSpPr>
          <p:cNvPr id="2" name="Footer Placeholder 1">
            <a:extLst>
              <a:ext uri="{FF2B5EF4-FFF2-40B4-BE49-F238E27FC236}">
                <a16:creationId xmlns:a16="http://schemas.microsoft.com/office/drawing/2014/main" id="{04C2D177-DDCF-DF00-200F-D918E7206679}"/>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3761991401"/>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5"/>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D24D3E9-2B0E-7092-E1D3-465988811C69}"/>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bg1">
              <a:lumMod val="65000"/>
            </a:schemeClr>
          </a:solidFill>
        </p:spPr>
        <p:txBody>
          <a:bodyPr/>
          <a:lstStyle/>
          <a:p>
            <a:r>
              <a:rPr lang="en-US"/>
              <a:t>Click icon to add picture</a:t>
            </a:r>
          </a:p>
        </p:txBody>
      </p:sp>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30056"/>
            <a:ext cx="8291515" cy="759622"/>
          </a:xfrm>
          <a:prstGeom prst="rect">
            <a:avLst/>
          </a:prstGeom>
        </p:spPr>
        <p:txBody>
          <a:bodyPr wrap="none" lIns="0" tIns="0" rIns="0" bIns="0" anchor="t" anchorCtr="0">
            <a:noAutofit/>
          </a:bodyPr>
          <a:lstStyle>
            <a:lvl1pPr marL="0" indent="0" algn="l">
              <a:lnSpc>
                <a:spcPts val="3200"/>
              </a:lnSpc>
              <a:buFont typeface="Arial"/>
              <a:buNone/>
              <a:defRPr sz="2800" b="0">
                <a:solidFill>
                  <a:schemeClr val="tx1"/>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tx1"/>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2" name="Picture 8">
            <a:extLst>
              <a:ext uri="{FF2B5EF4-FFF2-40B4-BE49-F238E27FC236}">
                <a16:creationId xmlns:a16="http://schemas.microsoft.com/office/drawing/2014/main" id="{BAECC792-CA14-C7A4-30D4-B617C45AFF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3" name="Footer Placeholder 2">
            <a:extLst>
              <a:ext uri="{FF2B5EF4-FFF2-40B4-BE49-F238E27FC236}">
                <a16:creationId xmlns:a16="http://schemas.microsoft.com/office/drawing/2014/main" id="{A0E19C8E-65A7-0320-1216-B88C04D07215}"/>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26338837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ne column with sketches">
    <p:bg>
      <p:bgPr>
        <a:solidFill>
          <a:schemeClr val="accent5"/>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84D18E-C2CA-1169-88BB-B7B75C75D53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4" name="Title 3">
            <a:extLst>
              <a:ext uri="{FF2B5EF4-FFF2-40B4-BE49-F238E27FC236}">
                <a16:creationId xmlns:a16="http://schemas.microsoft.com/office/drawing/2014/main" id="{4283B956-AD5F-6D04-C60C-6FD76DA92691}"/>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12354882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slide with title">
    <p:bg>
      <p:bgPr>
        <a:solidFill>
          <a:schemeClr val="accent5"/>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p:txBody>
          <a:bodyPr/>
          <a:lstStyle/>
          <a:p>
            <a:r>
              <a:rPr lang="en-US"/>
              <a:t>Click to edit master title style</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2765039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accent5"/>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AB97FC-EDBF-F20F-99E4-CBD75B0B113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790C7181-667F-C675-9C08-9897FFA38C76}"/>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803333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ne column 2/3 of slide">
    <p:bg>
      <p:bgPr>
        <a:solidFill>
          <a:schemeClr val="accent5"/>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FD2F15C-D9F6-79E3-0853-A5F589E5669F}"/>
              </a:ext>
            </a:extLst>
          </p:cNvPr>
          <p:cNvSpPr>
            <a:spLocks noGrp="1"/>
          </p:cNvSpPr>
          <p:nvPr>
            <p:ph type="title" hasCustomPrompt="1"/>
          </p:nvPr>
        </p:nvSpPr>
        <p:spPr/>
        <p:txBody>
          <a:bodyPr/>
          <a:lstStyle/>
          <a:p>
            <a:r>
              <a:rPr lang="en-US"/>
              <a:t>Click to edit master title style</a:t>
            </a:r>
          </a:p>
        </p:txBody>
      </p:sp>
      <p:sp>
        <p:nvSpPr>
          <p:cNvPr id="4" name="Subhead placeholder">
            <a:extLst>
              <a:ext uri="{FF2B5EF4-FFF2-40B4-BE49-F238E27FC236}">
                <a16:creationId xmlns:a16="http://schemas.microsoft.com/office/drawing/2014/main" id="{A74A2D14-92D0-25EA-BDAE-34BF7C66D274}"/>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1553B87B-7AFF-7944-B12E-D7F3693BB8B8}"/>
              </a:ext>
            </a:extLst>
          </p:cNvPr>
          <p:cNvSpPr>
            <a:spLocks noGrp="1"/>
          </p:cNvSpPr>
          <p:nvPr>
            <p:ph idx="1" hasCustomPrompt="1"/>
          </p:nvPr>
        </p:nvSpPr>
        <p:spPr>
          <a:xfrm>
            <a:off x="457198" y="1508393"/>
            <a:ext cx="5449625" cy="2667138"/>
          </a:xfrm>
          <a:prstGeom prst="rect">
            <a:avLst/>
          </a:prstGeom>
        </p:spPr>
        <p:txBody>
          <a:bodyPr vert="horz" lIns="0" tIns="0" rIns="0" bIns="0" rtlCol="0">
            <a:noAutofit/>
          </a:bodyPr>
          <a:lstStyle>
            <a:lvl1pPr marL="0" indent="0">
              <a:buClr>
                <a:schemeClr val="tx1"/>
              </a:buCl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aption placeholder">
            <a:extLst>
              <a:ext uri="{FF2B5EF4-FFF2-40B4-BE49-F238E27FC236}">
                <a16:creationId xmlns:a16="http://schemas.microsoft.com/office/drawing/2014/main" id="{96972F63-46C7-AEA3-46DC-D60BC24F8426}"/>
              </a:ext>
            </a:extLst>
          </p:cNvPr>
          <p:cNvSpPr>
            <a:spLocks noGrp="1"/>
          </p:cNvSpPr>
          <p:nvPr>
            <p:ph type="body" sz="quarter" idx="13"/>
          </p:nvPr>
        </p:nvSpPr>
        <p:spPr>
          <a:xfrm>
            <a:off x="457198" y="4341813"/>
            <a:ext cx="5437187" cy="153987"/>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8" name="Footer Placeholder 7">
            <a:extLst>
              <a:ext uri="{FF2B5EF4-FFF2-40B4-BE49-F238E27FC236}">
                <a16:creationId xmlns:a16="http://schemas.microsoft.com/office/drawing/2014/main" id="{90F4FF31-2AE4-F039-5C15-022D284C5589}"/>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0FB24F5F-C764-5FFB-250D-85C0F62E2B05}"/>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1404780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One column with callout">
    <p:bg>
      <p:bgPr>
        <a:solidFill>
          <a:schemeClr val="accent5"/>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27D1CA7-EDEB-3610-52F7-7B6426D27FC7}"/>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BA306589-E832-5282-7364-9B24ED19C84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D821587E-21FB-BC44-BBB2-94A1EF5DB1C3}"/>
              </a:ext>
            </a:extLst>
          </p:cNvPr>
          <p:cNvSpPr>
            <a:spLocks noGrp="1"/>
          </p:cNvSpPr>
          <p:nvPr>
            <p:ph idx="1" hasCustomPrompt="1"/>
          </p:nvPr>
        </p:nvSpPr>
        <p:spPr>
          <a:xfrm>
            <a:off x="457198" y="1508393"/>
            <a:ext cx="5449625" cy="2815958"/>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538DE3F4-227D-5ED8-5226-3C6D8FBFA655}"/>
              </a:ext>
            </a:extLst>
          </p:cNvPr>
          <p:cNvSpPr>
            <a:spLocks noGrp="1"/>
          </p:cNvSpPr>
          <p:nvPr>
            <p:ph idx="20" hasCustomPrompt="1"/>
          </p:nvPr>
        </p:nvSpPr>
        <p:spPr>
          <a:xfrm>
            <a:off x="6202885" y="1508393"/>
            <a:ext cx="2483909" cy="2815958"/>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1427A184-EBE7-5533-296C-DBF6564E2DAE}"/>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9BF41B99-5A3E-3131-6052-E65D1F2AF376}"/>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750073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columns">
    <p:bg>
      <p:bgPr>
        <a:solidFill>
          <a:schemeClr val="accent5"/>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713425"/>
            <a:ext cx="4013901" cy="2610925"/>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9" y="1713425"/>
            <a:ext cx="4013900" cy="2610925"/>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3CF50C1-317F-A1F5-F963-9FB813C6D135}"/>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354D5B1-1A32-08B3-62BF-33D7265558AC}"/>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6439092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columns with subtitle and sketches">
    <p:bg>
      <p:bgPr>
        <a:solidFill>
          <a:schemeClr val="accent5"/>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880565-89B2-378C-30FA-CAB527EF14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F3EEF300-F8F6-8740-1400-2E8E6FCA99E1}"/>
              </a:ext>
            </a:extLst>
          </p:cNvPr>
          <p:cNvSpPr>
            <a:spLocks noGrp="1"/>
          </p:cNvSpPr>
          <p:nvPr>
            <p:ph type="body" sz="quarter" idx="18"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508393"/>
            <a:ext cx="4013901" cy="2647683"/>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8"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7" y="1508393"/>
            <a:ext cx="4013901" cy="2647683"/>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7"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1" name="Footer Placeholder 10">
            <a:extLst>
              <a:ext uri="{FF2B5EF4-FFF2-40B4-BE49-F238E27FC236}">
                <a16:creationId xmlns:a16="http://schemas.microsoft.com/office/drawing/2014/main" id="{9E2A5DF1-6EDD-795D-B0DD-947EAA48BB9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4" name="Slide Number Placeholder 13">
            <a:extLst>
              <a:ext uri="{FF2B5EF4-FFF2-40B4-BE49-F238E27FC236}">
                <a16:creationId xmlns:a16="http://schemas.microsoft.com/office/drawing/2014/main" id="{2B5E85EC-DC6B-0539-73DF-75FA67FC559A}"/>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7082873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columns">
    <p:bg>
      <p:bgPr>
        <a:solidFill>
          <a:schemeClr val="accent5"/>
        </a:solid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02619C0-AEBE-3919-DAB6-6409613C6EE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3CA7C499-E5ED-F4AB-FCAD-CD154076301A}"/>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09BE40C7-2417-56E8-24FC-DA9FF99860D9}"/>
              </a:ext>
            </a:extLst>
          </p:cNvPr>
          <p:cNvSpPr>
            <a:spLocks noGrp="1"/>
          </p:cNvSpPr>
          <p:nvPr>
            <p:ph idx="1" hasCustomPrompt="1"/>
          </p:nvPr>
        </p:nvSpPr>
        <p:spPr>
          <a:xfrm>
            <a:off x="457198" y="1508393"/>
            <a:ext cx="2545828" cy="2815957"/>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a:extLst>
              <a:ext uri="{FF2B5EF4-FFF2-40B4-BE49-F238E27FC236}">
                <a16:creationId xmlns:a16="http://schemas.microsoft.com/office/drawing/2014/main" id="{61834C9E-98B2-CD8C-AA0A-1DA16356296A}"/>
              </a:ext>
            </a:extLst>
          </p:cNvPr>
          <p:cNvSpPr>
            <a:spLocks noGrp="1"/>
          </p:cNvSpPr>
          <p:nvPr>
            <p:ph idx="19" hasCustomPrompt="1"/>
          </p:nvPr>
        </p:nvSpPr>
        <p:spPr>
          <a:xfrm>
            <a:off x="3299086" y="1508393"/>
            <a:ext cx="2545828" cy="2815957"/>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BEC9AEA6-E903-65D8-B27F-6044273D9DFB}"/>
              </a:ext>
            </a:extLst>
          </p:cNvPr>
          <p:cNvSpPr>
            <a:spLocks noGrp="1"/>
          </p:cNvSpPr>
          <p:nvPr>
            <p:ph idx="20" hasCustomPrompt="1"/>
          </p:nvPr>
        </p:nvSpPr>
        <p:spPr>
          <a:xfrm>
            <a:off x="6140970" y="1508393"/>
            <a:ext cx="2545828" cy="2815957"/>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EE285B6F-7A23-73F1-099E-AD70CB747A0A}"/>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3991A69-333C-1CE1-C865-3CC0512F32FA}"/>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3748079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One column with object">
    <p:bg>
      <p:bgPr>
        <a:solidFill>
          <a:schemeClr val="accent5"/>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8DDF7F1-42A9-84B7-3BC3-011A76BC977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BBE0EB71-5457-15AA-6C6E-C132E696DA9C}"/>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descr="Image placeholder">
            <a:extLst>
              <a:ext uri="{FF2B5EF4-FFF2-40B4-BE49-F238E27FC236}">
                <a16:creationId xmlns:a16="http://schemas.microsoft.com/office/drawing/2014/main" id="{B3171895-91FA-984A-52C9-210E37055A67}"/>
              </a:ext>
            </a:extLst>
          </p:cNvPr>
          <p:cNvSpPr>
            <a:spLocks noGrp="1"/>
          </p:cNvSpPr>
          <p:nvPr>
            <p:ph sz="quarter" idx="14" hasCustomPrompt="1"/>
          </p:nvPr>
        </p:nvSpPr>
        <p:spPr>
          <a:xfrm>
            <a:off x="4726656" y="1508393"/>
            <a:ext cx="3960140" cy="2815956"/>
          </a:xfrm>
          <a:prstGeom prst="roundRect">
            <a:avLst>
              <a:gd name="adj" fmla="val 4172"/>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152815CA-11DE-C3F9-276C-34778BF0F77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7D949FB-2108-2F7F-90F3-EE81E2879204}"/>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2684989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One column with object and sketches">
    <p:bg>
      <p:bgPr>
        <a:solidFill>
          <a:schemeClr val="accent5"/>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076034-18F4-EF79-1AE3-075FD28FDD33}"/>
              </a:ext>
              <a:ext uri="{C183D7F6-B498-43B3-948B-1728B52AA6E4}">
                <adec:decorative xmlns:adec="http://schemas.microsoft.com/office/drawing/2017/decorative" val="1"/>
              </a:ext>
            </a:extLst>
          </p:cNvPr>
          <p:cNvPicPr>
            <a:picLocks noChangeAspect="1"/>
          </p:cNvPicPr>
          <p:nvPr userDrawn="1"/>
        </p:nvPicPr>
        <p:blipFill>
          <a:blip r:embed="rId2" cstate="screen">
            <a:alphaModFix amt="80000"/>
            <a:extLst>
              <a:ext uri="{28A0092B-C50C-407E-A947-70E740481C1C}">
                <a14:useLocalDpi xmlns:a14="http://schemas.microsoft.com/office/drawing/2010/main"/>
              </a:ext>
            </a:extLst>
          </a:blip>
          <a:srcRect l="1731" t="1731"/>
          <a:stretch>
            <a:fillRect/>
          </a:stretch>
        </p:blipFill>
        <p:spPr>
          <a:xfrm>
            <a:off x="8451" y="0"/>
            <a:ext cx="9127098" cy="5143500"/>
          </a:xfrm>
          <a:prstGeom prst="rect">
            <a:avLst/>
          </a:prstGeom>
        </p:spPr>
      </p:pic>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663B54C8-9BEF-AA9B-5AFB-AEA4B07ED08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5" name="Text placeholder">
            <a:extLst>
              <a:ext uri="{FF2B5EF4-FFF2-40B4-BE49-F238E27FC236}">
                <a16:creationId xmlns:a16="http://schemas.microsoft.com/office/drawing/2014/main" id="{365F77A7-C9B8-1C63-8040-75FC1835C4B9}"/>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descr="Image placeholder">
            <a:extLst>
              <a:ext uri="{FF2B5EF4-FFF2-40B4-BE49-F238E27FC236}">
                <a16:creationId xmlns:a16="http://schemas.microsoft.com/office/drawing/2014/main" id="{5A1FEAC2-7BFF-B2B2-2E42-A49B24996613}"/>
              </a:ext>
            </a:extLst>
          </p:cNvPr>
          <p:cNvSpPr>
            <a:spLocks noGrp="1"/>
          </p:cNvSpPr>
          <p:nvPr>
            <p:ph sz="quarter" idx="14" hasCustomPrompt="1"/>
          </p:nvPr>
        </p:nvSpPr>
        <p:spPr>
          <a:xfrm>
            <a:off x="4726656" y="1508393"/>
            <a:ext cx="3960140" cy="2815956"/>
          </a:xfrm>
          <a:prstGeom prst="roundRect">
            <a:avLst>
              <a:gd name="adj" fmla="val 4172"/>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806A5C7D-1F84-D149-6EFE-842B2F585AC9}"/>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2" name="Slide Number Placeholder 11">
            <a:extLst>
              <a:ext uri="{FF2B5EF4-FFF2-40B4-BE49-F238E27FC236}">
                <a16:creationId xmlns:a16="http://schemas.microsoft.com/office/drawing/2014/main" id="{013575A3-F067-EA24-D8BD-6F80513A93BA}"/>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76381015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One column with half page object">
    <p:bg>
      <p:bgPr>
        <a:solidFill>
          <a:schemeClr val="accent5"/>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B50AAE-14AA-3CA4-4AE3-835BE15BEE08}"/>
              </a:ext>
            </a:extLst>
          </p:cNvPr>
          <p:cNvSpPr>
            <a:spLocks noGrp="1"/>
          </p:cNvSpPr>
          <p:nvPr>
            <p:ph type="title" hasCustomPrompt="1"/>
          </p:nvPr>
        </p:nvSpPr>
        <p:spPr>
          <a:xfrm>
            <a:off x="457198" y="425736"/>
            <a:ext cx="3951990" cy="549952"/>
          </a:xfrm>
        </p:spPr>
        <p:txBody>
          <a:bodyPr/>
          <a:lstStyle/>
          <a:p>
            <a:r>
              <a:rPr lang="en-US"/>
              <a:t>Click to edit master title style</a:t>
            </a:r>
          </a:p>
        </p:txBody>
      </p:sp>
      <p:sp>
        <p:nvSpPr>
          <p:cNvPr id="6" name="Subhead placeholder">
            <a:extLst>
              <a:ext uri="{FF2B5EF4-FFF2-40B4-BE49-F238E27FC236}">
                <a16:creationId xmlns:a16="http://schemas.microsoft.com/office/drawing/2014/main" id="{575C2031-DA59-A055-52CC-761A67068BCF}"/>
              </a:ext>
            </a:extLst>
          </p:cNvPr>
          <p:cNvSpPr>
            <a:spLocks noGrp="1"/>
          </p:cNvSpPr>
          <p:nvPr>
            <p:ph type="body" sz="quarter" idx="12" hasCustomPrompt="1"/>
          </p:nvPr>
        </p:nvSpPr>
        <p:spPr>
          <a:xfrm>
            <a:off x="457198" y="1132668"/>
            <a:ext cx="3951990"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2758CEBB-DB2F-17EE-BA62-08822521E986}"/>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descr="Image placeholder">
            <a:extLst>
              <a:ext uri="{FF2B5EF4-FFF2-40B4-BE49-F238E27FC236}">
                <a16:creationId xmlns:a16="http://schemas.microsoft.com/office/drawing/2014/main" id="{984A6C73-609D-4A15-AB1B-9F5652394E5C}"/>
              </a:ext>
            </a:extLst>
          </p:cNvPr>
          <p:cNvSpPr>
            <a:spLocks noGrp="1"/>
          </p:cNvSpPr>
          <p:nvPr>
            <p:ph sz="quarter" idx="13" hasCustomPrompt="1"/>
          </p:nvPr>
        </p:nvSpPr>
        <p:spPr>
          <a:xfrm>
            <a:off x="4572001" y="0"/>
            <a:ext cx="4572000" cy="5143499"/>
          </a:xfrm>
          <a:prstGeom prst="rect">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8" name="Footer Placeholder 7">
            <a:extLst>
              <a:ext uri="{FF2B5EF4-FFF2-40B4-BE49-F238E27FC236}">
                <a16:creationId xmlns:a16="http://schemas.microsoft.com/office/drawing/2014/main" id="{430E8EA2-E82B-4672-694D-720345411A13}"/>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07AEB557-F875-7E5B-1DF8-C19428A03243}"/>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7399141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One column with 1/3 object">
    <p:bg>
      <p:bgPr>
        <a:solidFill>
          <a:schemeClr val="accent5"/>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0FCB67-5B6B-2216-9504-7BED66175D3F}"/>
              </a:ext>
            </a:extLst>
          </p:cNvPr>
          <p:cNvSpPr>
            <a:spLocks noGrp="1"/>
          </p:cNvSpPr>
          <p:nvPr>
            <p:ph type="title"/>
          </p:nvPr>
        </p:nvSpPr>
        <p:spPr>
          <a:xfrm>
            <a:off x="457198" y="425872"/>
            <a:ext cx="5425442" cy="289230"/>
          </a:xfrm>
        </p:spPr>
        <p:txBody>
          <a:bodyPr/>
          <a:lstStyle/>
          <a:p>
            <a:r>
              <a:rPr lang="en-US"/>
              <a:t>Click to edit Master title style</a:t>
            </a:r>
          </a:p>
        </p:txBody>
      </p:sp>
      <p:sp>
        <p:nvSpPr>
          <p:cNvPr id="7" name="Subhead placeholder">
            <a:extLst>
              <a:ext uri="{FF2B5EF4-FFF2-40B4-BE49-F238E27FC236}">
                <a16:creationId xmlns:a16="http://schemas.microsoft.com/office/drawing/2014/main" id="{22901A26-9741-E8EE-2A1E-3420FC22B1F7}"/>
              </a:ext>
            </a:extLst>
          </p:cNvPr>
          <p:cNvSpPr>
            <a:spLocks noGrp="1"/>
          </p:cNvSpPr>
          <p:nvPr>
            <p:ph type="body" sz="quarter" idx="12" hasCustomPrompt="1"/>
          </p:nvPr>
        </p:nvSpPr>
        <p:spPr>
          <a:xfrm>
            <a:off x="457198" y="851103"/>
            <a:ext cx="5425442" cy="210940"/>
          </a:xfrm>
          <a:prstGeom prst="rect">
            <a:avLst/>
          </a:prstGeom>
        </p:spPr>
        <p:txBody>
          <a:bodyPr lIns="0" tIns="0" rIns="0" bIns="0"/>
          <a:lstStyle>
            <a:lvl1pPr marL="0" indent="0">
              <a:defRPr>
                <a:solidFill>
                  <a:schemeClr val="tx1"/>
                </a:solidFill>
                <a:latin typeface="+mj-lt"/>
              </a:defRPr>
            </a:lvl1pPr>
          </a:lstStyle>
          <a:p>
            <a:pPr lvl="0"/>
            <a:r>
              <a:rPr lang="en-GB"/>
              <a:t>Click to edit subhead</a:t>
            </a:r>
            <a:endParaRPr lang="en-PL"/>
          </a:p>
        </p:txBody>
      </p:sp>
      <p:sp>
        <p:nvSpPr>
          <p:cNvPr id="3" name="Text placeholder">
            <a:extLst>
              <a:ext uri="{FF2B5EF4-FFF2-40B4-BE49-F238E27FC236}">
                <a16:creationId xmlns:a16="http://schemas.microsoft.com/office/drawing/2014/main" id="{3653E5CB-B954-B651-AC7B-F991623A5D48}"/>
              </a:ext>
            </a:extLst>
          </p:cNvPr>
          <p:cNvSpPr>
            <a:spLocks noGrp="1"/>
          </p:cNvSpPr>
          <p:nvPr>
            <p:ph idx="1" hasCustomPrompt="1"/>
          </p:nvPr>
        </p:nvSpPr>
        <p:spPr>
          <a:xfrm>
            <a:off x="457198" y="1508394"/>
            <a:ext cx="5425442" cy="2815956"/>
          </a:xfrm>
          <a:prstGeom prst="rect">
            <a:avLst/>
          </a:prstGeom>
        </p:spPr>
        <p:txBody>
          <a:bodyPr vert="horz" lIns="0" tIns="0" rIns="0" bIns="0" rtlCol="0">
            <a:noAutofit/>
          </a:bodyPr>
          <a:lstStyle>
            <a:lvl1pPr marL="0" indent="0">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descr="Image placeholder">
            <a:extLst>
              <a:ext uri="{FF2B5EF4-FFF2-40B4-BE49-F238E27FC236}">
                <a16:creationId xmlns:a16="http://schemas.microsoft.com/office/drawing/2014/main" id="{F7874DD1-0CC4-368A-2336-D7B8829E6720}"/>
              </a:ext>
            </a:extLst>
          </p:cNvPr>
          <p:cNvSpPr>
            <a:spLocks noGrp="1"/>
          </p:cNvSpPr>
          <p:nvPr>
            <p:ph sz="quarter" idx="13" hasCustomPrompt="1"/>
          </p:nvPr>
        </p:nvSpPr>
        <p:spPr>
          <a:xfrm>
            <a:off x="6098400" y="0"/>
            <a:ext cx="3045600" cy="5143499"/>
          </a:xfrm>
          <a:prstGeom prst="rect">
            <a:avLst/>
          </a:prstGeom>
          <a:solidFill>
            <a:schemeClr val="bg1">
              <a:lumMod val="85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4" name="Footer Placeholder 3">
            <a:extLst>
              <a:ext uri="{FF2B5EF4-FFF2-40B4-BE49-F238E27FC236}">
                <a16:creationId xmlns:a16="http://schemas.microsoft.com/office/drawing/2014/main" id="{5CCB710F-3CCF-3B7E-3628-1ABE44D68E7A}"/>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4CA8A89A-9E58-705F-6B28-FD2DC9C7F69B}"/>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78460695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genda slide">
    <p:bg>
      <p:bgPr>
        <a:solidFill>
          <a:schemeClr val="accent5"/>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tx1"/>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6" name="Footer Placeholder 5">
            <a:extLst>
              <a:ext uri="{FF2B5EF4-FFF2-40B4-BE49-F238E27FC236}">
                <a16:creationId xmlns:a16="http://schemas.microsoft.com/office/drawing/2014/main" id="{F9AFD0C5-A8C0-C757-0E3A-4B8617243EDA}"/>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4CCDEED3-4ED7-83E9-DDFD-DAEB86E713F3}"/>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917935366"/>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genda slide with sketches">
    <p:bg>
      <p:bgPr>
        <a:solidFill>
          <a:schemeClr val="accent5"/>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89A397-BFF7-F66A-0AF8-332429A59822}"/>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tx1"/>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7" name="Footer Placeholder 6">
            <a:extLst>
              <a:ext uri="{FF2B5EF4-FFF2-40B4-BE49-F238E27FC236}">
                <a16:creationId xmlns:a16="http://schemas.microsoft.com/office/drawing/2014/main" id="{97C73477-AE26-FE8C-C7D9-018EF51039C3}"/>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956AD62B-3E3B-B867-E001-AFBB77CA6C5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752372739"/>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ection break with subhead">
    <p:bg>
      <p:bgPr>
        <a:solidFill>
          <a:schemeClr val="accent5"/>
        </a:solidFill>
        <a:effectLst/>
      </p:bgPr>
    </p:bg>
    <p:spTree>
      <p:nvGrpSpPr>
        <p:cNvPr id="1" name=""/>
        <p:cNvGrpSpPr/>
        <p:nvPr/>
      </p:nvGrpSpPr>
      <p:grpSpPr>
        <a:xfrm>
          <a:off x="0" y="0"/>
          <a:ext cx="0" cy="0"/>
          <a:chOff x="0" y="0"/>
          <a:chExt cx="0" cy="0"/>
        </a:xfrm>
      </p:grpSpPr>
      <p:sp>
        <p:nvSpPr>
          <p:cNvPr id="3" name="Title placeholder"/>
          <p:cNvSpPr>
            <a:spLocks noGrp="1"/>
          </p:cNvSpPr>
          <p:nvPr>
            <p:ph type="title" hasCustomPrompt="1"/>
          </p:nvPr>
        </p:nvSpPr>
        <p:spPr>
          <a:xfrm>
            <a:off x="457197" y="2155230"/>
            <a:ext cx="8229601" cy="396597"/>
          </a:xfrm>
          <a:prstGeom prst="rect">
            <a:avLst/>
          </a:prstGeom>
        </p:spPr>
        <p:txBody>
          <a:bodyPr lIns="0" tIns="0" rIns="0" bIns="0" anchor="ctr" anchorCtr="0">
            <a:noAutofit/>
          </a:bodyPr>
          <a:lstStyle>
            <a:lvl1pPr algn="l">
              <a:lnSpc>
                <a:spcPts val="3400"/>
              </a:lnSpc>
              <a:defRPr sz="3400" b="0" baseline="0">
                <a:solidFill>
                  <a:schemeClr val="tx1"/>
                </a:solidFill>
              </a:defRPr>
            </a:lvl1pPr>
          </a:lstStyle>
          <a:p>
            <a:r>
              <a:rPr lang="en-US"/>
              <a:t>Click to edit section title</a:t>
            </a:r>
          </a:p>
        </p:txBody>
      </p:sp>
      <p:sp>
        <p:nvSpPr>
          <p:cNvPr id="7" name="Subhead placeholder">
            <a:extLst>
              <a:ext uri="{FF2B5EF4-FFF2-40B4-BE49-F238E27FC236}">
                <a16:creationId xmlns:a16="http://schemas.microsoft.com/office/drawing/2014/main" id="{1EF4D315-0037-21FE-3F91-14D2D04E7A7E}"/>
              </a:ext>
            </a:extLst>
          </p:cNvPr>
          <p:cNvSpPr>
            <a:spLocks noGrp="1"/>
          </p:cNvSpPr>
          <p:nvPr>
            <p:ph type="body" sz="quarter" idx="14" hasCustomPrompt="1"/>
          </p:nvPr>
        </p:nvSpPr>
        <p:spPr>
          <a:xfrm>
            <a:off x="457198" y="2752292"/>
            <a:ext cx="8229600" cy="270090"/>
          </a:xfrm>
          <a:prstGeom prst="rect">
            <a:avLst/>
          </a:prstGeom>
        </p:spPr>
        <p:txBody>
          <a:bodyPr lIns="0" tIns="0" rIns="0" bIns="0"/>
          <a:lstStyle>
            <a:lvl1pPr marL="0" indent="0">
              <a:lnSpc>
                <a:spcPts val="1600"/>
              </a:lnSpc>
              <a:defRPr>
                <a:solidFill>
                  <a:schemeClr val="tx1"/>
                </a:solidFill>
                <a:latin typeface="+mj-lt"/>
              </a:defRPr>
            </a:lvl1pPr>
          </a:lstStyle>
          <a:p>
            <a:pPr lvl="0"/>
            <a:r>
              <a:rPr lang="en-GB"/>
              <a:t>Click to edit subhead</a:t>
            </a:r>
            <a:endParaRPr lang="en-PL"/>
          </a:p>
        </p:txBody>
      </p:sp>
      <p:sp>
        <p:nvSpPr>
          <p:cNvPr id="8" name="Footer Placeholder 7">
            <a:extLst>
              <a:ext uri="{FF2B5EF4-FFF2-40B4-BE49-F238E27FC236}">
                <a16:creationId xmlns:a16="http://schemas.microsoft.com/office/drawing/2014/main" id="{443626D6-F71A-A6C5-FADC-D0E0103428C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68C04D41-B75D-1285-AA92-EECD26B8D642}"/>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3331349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break for longer copy">
    <p:bg>
      <p:bgPr>
        <a:solidFill>
          <a:schemeClr val="accent5"/>
        </a:solidFill>
        <a:effectLst/>
      </p:bgPr>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7" name="Footer Placeholder 6">
            <a:extLst>
              <a:ext uri="{FF2B5EF4-FFF2-40B4-BE49-F238E27FC236}">
                <a16:creationId xmlns:a16="http://schemas.microsoft.com/office/drawing/2014/main" id="{3C8521EE-C326-976B-69A5-A00E6FC7DD2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54C7D64-F28B-616F-AB18-2A9E5A08DAE1}"/>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20607264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image">
    <p:bg>
      <p:bgPr>
        <a:solidFill>
          <a:schemeClr val="accent5"/>
        </a:solidFill>
        <a:effectLst/>
      </p:bgPr>
    </p:bg>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2C8286D9-35F7-7D06-11A7-849A4DF8E211}"/>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bg1">
              <a:lumMod val="85000"/>
            </a:schemeClr>
          </a:solidFill>
        </p:spPr>
        <p:txBody>
          <a:bodyPr/>
          <a:lstStyle>
            <a:lvl1pPr>
              <a:defRPr sz="1200"/>
            </a:lvl1pPr>
          </a:lstStyle>
          <a:p>
            <a:r>
              <a:rPr lang="en-US"/>
              <a:t>Click icon to add picture</a:t>
            </a:r>
          </a:p>
        </p:txBody>
      </p:sp>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8" name="Footer Placeholder 7">
            <a:extLst>
              <a:ext uri="{FF2B5EF4-FFF2-40B4-BE49-F238E27FC236}">
                <a16:creationId xmlns:a16="http://schemas.microsoft.com/office/drawing/2014/main" id="{8A7E48CF-F7EF-9503-0E14-489C1FB58E3A}"/>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44E29097-003B-62E9-F757-27AEAB8DA791}"/>
              </a:ext>
              <a:ext uri="{C183D7F6-B498-43B3-948B-1728B52AA6E4}">
                <adec:decorative xmlns:adec="http://schemas.microsoft.com/office/drawing/2017/decorative" val="1"/>
              </a:ext>
            </a:extLst>
          </p:cNvPr>
          <p:cNvSpPr>
            <a:spLocks noGrp="1"/>
          </p:cNvSpPr>
          <p:nvPr>
            <p:ph type="sldNum" sz="quarter" idx="19"/>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9393863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sketches">
    <p:bg>
      <p:bgPr>
        <a:solidFill>
          <a:schemeClr val="accent5"/>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7FB687-76FF-D941-E0D1-48A95619975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tx1"/>
                </a:solidFill>
              </a:defRPr>
            </a:lvl1pPr>
          </a:lstStyle>
          <a:p>
            <a:r>
              <a:rPr lang="en-US"/>
              <a:t>Click to edit </a:t>
            </a:r>
            <a:br>
              <a:rPr lang="en-US"/>
            </a:br>
            <a:r>
              <a:rPr lang="en-US"/>
              <a:t>quote/lead or other</a:t>
            </a:r>
            <a:br>
              <a:rPr lang="en-US"/>
            </a:br>
            <a:r>
              <a:rPr lang="en-US"/>
              <a:t>text that is in 3 lines</a:t>
            </a:r>
          </a:p>
        </p:txBody>
      </p:sp>
      <p:sp>
        <p:nvSpPr>
          <p:cNvPr id="5" name="Footer Placeholder 4">
            <a:extLst>
              <a:ext uri="{FF2B5EF4-FFF2-40B4-BE49-F238E27FC236}">
                <a16:creationId xmlns:a16="http://schemas.microsoft.com/office/drawing/2014/main" id="{307C3940-8990-640D-5FE9-500EED7E116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6" name="Slide Number Placeholder 5">
            <a:extLst>
              <a:ext uri="{FF2B5EF4-FFF2-40B4-BE49-F238E27FC236}">
                <a16:creationId xmlns:a16="http://schemas.microsoft.com/office/drawing/2014/main" id="{3CD77A5D-3237-2B25-ADF6-410A87590F8F}"/>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5493349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Advancing Energy Tech slide">
    <p:bg>
      <p:bgPr>
        <a:solidFill>
          <a:schemeClr val="accent5"/>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8E2A70-27FD-7331-D298-00F062D0859B}"/>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10" name="Oval 9">
            <a:extLst>
              <a:ext uri="{FF2B5EF4-FFF2-40B4-BE49-F238E27FC236}">
                <a16:creationId xmlns:a16="http://schemas.microsoft.com/office/drawing/2014/main" id="{EBDA8164-F715-E8C8-775C-34E5080D3DFB}"/>
              </a:ext>
              <a:ext uri="{C183D7F6-B498-43B3-948B-1728B52AA6E4}">
                <adec:decorative xmlns:adec="http://schemas.microsoft.com/office/drawing/2017/decorative" val="1"/>
              </a:ext>
            </a:extLst>
          </p:cNvPr>
          <p:cNvSpPr/>
          <p:nvPr userDrawn="1"/>
        </p:nvSpPr>
        <p:spPr>
          <a:xfrm>
            <a:off x="6060733" y="1262023"/>
            <a:ext cx="1806130" cy="1450949"/>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BA74126-5639-875C-1C87-CF17CB72DB42}"/>
              </a:ext>
            </a:extLst>
          </p:cNvPr>
          <p:cNvSpPr txBox="1"/>
          <p:nvPr userDrawn="1"/>
        </p:nvSpPr>
        <p:spPr>
          <a:xfrm>
            <a:off x="1630109" y="2233745"/>
            <a:ext cx="5883782" cy="615553"/>
          </a:xfrm>
          <a:prstGeom prst="rect">
            <a:avLst/>
          </a:prstGeom>
          <a:noFill/>
        </p:spPr>
        <p:txBody>
          <a:bodyPr wrap="square">
            <a:spAutoFit/>
          </a:bodyPr>
          <a:lstStyle/>
          <a:p>
            <a:pPr algn="ctr"/>
            <a:r>
              <a:rPr lang="en-US" sz="3400" b="0" kern="1200" baseline="0">
                <a:solidFill>
                  <a:schemeClr val="tx1"/>
                </a:solidFill>
                <a:latin typeface="+mj-lt"/>
                <a:ea typeface="+mj-ea"/>
                <a:cs typeface="Arial"/>
              </a:rPr>
              <a:t>Advancing Energy</a:t>
            </a:r>
            <a:r>
              <a:rPr lang="en-US" sz="3400" b="0" kern="1200" baseline="0">
                <a:solidFill>
                  <a:schemeClr val="tx1"/>
                </a:solidFill>
                <a:latin typeface="+mj-lt"/>
                <a:ea typeface="+mn-ea"/>
                <a:cs typeface="Arial"/>
              </a:rPr>
              <a:t> </a:t>
            </a:r>
            <a:r>
              <a:rPr lang="en-US" sz="3400" b="0" kern="1200" baseline="0">
                <a:solidFill>
                  <a:schemeClr val="tx1"/>
                </a:solidFill>
                <a:latin typeface="+mj-lt"/>
                <a:ea typeface="+mj-ea"/>
                <a:cs typeface="Arial"/>
              </a:rPr>
              <a:t>Tech</a:t>
            </a:r>
          </a:p>
        </p:txBody>
      </p:sp>
      <p:sp>
        <p:nvSpPr>
          <p:cNvPr id="4" name="Footer Placeholder 3">
            <a:extLst>
              <a:ext uri="{FF2B5EF4-FFF2-40B4-BE49-F238E27FC236}">
                <a16:creationId xmlns:a16="http://schemas.microsoft.com/office/drawing/2014/main" id="{78D35692-8A35-2FEA-1996-DE57ED0DBF9F}"/>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630C606C-C7E6-2192-B2C7-AEE1819DFE3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4565016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5"/>
        </a:solidFill>
        <a:effectLst/>
      </p:bgPr>
    </p:bg>
    <p:spTree>
      <p:nvGrpSpPr>
        <p:cNvPr id="1" name=""/>
        <p:cNvGrpSpPr/>
        <p:nvPr/>
      </p:nvGrpSpPr>
      <p:grpSpPr>
        <a:xfrm>
          <a:off x="0" y="0"/>
          <a:ext cx="0" cy="0"/>
          <a:chOff x="0" y="0"/>
          <a:chExt cx="0" cy="0"/>
        </a:xfrm>
      </p:grpSpPr>
      <p:sp>
        <p:nvSpPr>
          <p:cNvPr id="7" name="se.com capsule" descr="SE.com CTA&#10;">
            <a:hlinkClick r:id="rId2"/>
            <a:extLst>
              <a:ext uri="{FF2B5EF4-FFF2-40B4-BE49-F238E27FC236}">
                <a16:creationId xmlns:a16="http://schemas.microsoft.com/office/drawing/2014/main" id="{E1E1529A-0E44-3BA2-8E24-2790BDA61571}"/>
              </a:ext>
            </a:extLst>
          </p:cNvPr>
          <p:cNvSpPr/>
          <p:nvPr userDrawn="1"/>
        </p:nvSpPr>
        <p:spPr>
          <a:xfrm>
            <a:off x="457198" y="4156075"/>
            <a:ext cx="1103804" cy="323850"/>
          </a:xfrm>
          <a:prstGeom prst="roundRect">
            <a:avLst>
              <a:gd name="adj" fmla="val 50000"/>
            </a:avLst>
          </a:prstGeom>
          <a:noFill/>
          <a:ln w="9525" cap="flat" cmpd="sng" algn="ctr">
            <a:solidFill>
              <a:srgbClr val="3DCD58"/>
            </a:solidFill>
            <a:prstDash val="solid"/>
          </a:ln>
          <a:effectLst/>
        </p:spPr>
        <p:txBody>
          <a:bodyPr lIns="0" tIns="0" rIns="0" bIns="18000" rtlCol="0" anchor="ctr"/>
          <a:lstStyle/>
          <a:p>
            <a:pPr marL="0" marR="0" lvl="0" indent="0" algn="ctr" defTabSz="457184"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chemeClr val="tx1"/>
                </a:solidFill>
                <a:effectLst/>
                <a:uLnTx/>
                <a:uFillTx/>
                <a:latin typeface="+mj-lt"/>
              </a:rPr>
              <a:t>s</a:t>
            </a:r>
            <a:r>
              <a:rPr kumimoji="0" lang="en-PL" sz="1400" b="0" i="0" u="none" strike="noStrike" kern="0" cap="none" spc="0" normalizeH="0" baseline="0" noProof="0">
                <a:ln>
                  <a:noFill/>
                </a:ln>
                <a:solidFill>
                  <a:schemeClr val="tx1"/>
                </a:solidFill>
                <a:effectLst/>
                <a:uLnTx/>
                <a:uFillTx/>
                <a:latin typeface="+mj-lt"/>
              </a:rPr>
              <a:t>e.com</a:t>
            </a:r>
          </a:p>
        </p:txBody>
      </p:sp>
      <p:sp>
        <p:nvSpPr>
          <p:cNvPr id="16" name="TextBox 15">
            <a:extLst>
              <a:ext uri="{FF2B5EF4-FFF2-40B4-BE49-F238E27FC236}">
                <a16:creationId xmlns:a16="http://schemas.microsoft.com/office/drawing/2014/main" id="{380DA468-9734-3831-CC35-7DFF4689E082}"/>
              </a:ext>
            </a:extLst>
          </p:cNvPr>
          <p:cNvSpPr txBox="1"/>
          <p:nvPr userDrawn="1"/>
        </p:nvSpPr>
        <p:spPr>
          <a:xfrm>
            <a:off x="2240686" y="4041000"/>
            <a:ext cx="4563070" cy="492443"/>
          </a:xfrm>
          <a:prstGeom prst="rect">
            <a:avLst/>
          </a:prstGeom>
          <a:noFill/>
        </p:spPr>
        <p:txBody>
          <a:bodyPr wrap="square" lIns="0" tIns="0" rIns="0" bIns="0" rtlCol="0">
            <a:spAutoFit/>
          </a:bodyPr>
          <a:lstStyle/>
          <a:p>
            <a:pPr marL="179381" marR="0" lvl="1" indent="0" algn="ctr" defTabSz="447659" rtl="0" eaLnBrk="1" fontAlgn="auto" latinLnBrk="0" hangingPunct="1">
              <a:lnSpc>
                <a:spcPct val="100000"/>
              </a:lnSpc>
              <a:spcBef>
                <a:spcPts val="1100"/>
              </a:spcBef>
              <a:spcAft>
                <a:spcPts val="500"/>
              </a:spcAft>
              <a:buClr>
                <a:srgbClr val="36C746"/>
              </a:buClr>
              <a:buSzTx/>
              <a:buFont typeface="Arial" pitchFamily="34" charset="0"/>
              <a:buNone/>
              <a:tabLst/>
              <a:defRPr/>
            </a:pPr>
            <a:r>
              <a:rPr kumimoji="0" lang="en-US" sz="800" b="0" i="0" u="none" strike="noStrike" kern="1200" cap="none" spc="0" normalizeH="0" baseline="0" noProof="0">
                <a:ln>
                  <a:noFill/>
                </a:ln>
                <a:solidFill>
                  <a:schemeClr val="tx1"/>
                </a:solidFill>
                <a:effectLst/>
                <a:uLnTx/>
                <a:uFillTx/>
                <a:latin typeface="+mn-lt"/>
                <a:cs typeface="Arial"/>
              </a:rPr>
              <a:t>©2026 Schneider Electric. All Rights Reserved. </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Schneider Electric trademark</a:t>
            </a:r>
            <a:r>
              <a:rPr lang="en-US" sz="800">
                <a:solidFill>
                  <a:schemeClr val="tx1"/>
                </a:solidFill>
                <a:latin typeface="+mn-lt"/>
                <a:cs typeface="Arial"/>
              </a:rPr>
              <a:t> </a:t>
            </a:r>
            <a:r>
              <a:rPr kumimoji="0" lang="en-US" sz="800" b="0" i="0" u="none" strike="noStrike" kern="1200" cap="none" spc="0" normalizeH="0" baseline="0" noProof="0">
                <a:ln>
                  <a:noFill/>
                </a:ln>
                <a:solidFill>
                  <a:schemeClr val="tx1"/>
                </a:solidFill>
                <a:effectLst/>
                <a:uLnTx/>
                <a:uFillTx/>
                <a:latin typeface="+mn-lt"/>
                <a:cs typeface="Arial"/>
              </a:rPr>
              <a:t>is the property of Schneider Electric, </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its subsidiaries, and affiliated companies.</a:t>
            </a:r>
            <a:br>
              <a:rPr kumimoji="0" lang="en-US" sz="800" b="0" i="0" u="none" strike="noStrike" kern="1200" cap="none" spc="0" normalizeH="0" baseline="0" noProof="0">
                <a:ln>
                  <a:noFill/>
                </a:ln>
                <a:solidFill>
                  <a:schemeClr val="tx1"/>
                </a:solidFill>
                <a:effectLst/>
                <a:uLnTx/>
                <a:uFillTx/>
                <a:latin typeface="+mn-lt"/>
                <a:cs typeface="Arial"/>
              </a:rPr>
            </a:br>
            <a:r>
              <a:rPr kumimoji="0" lang="en-US" sz="800" b="0" i="0" u="none" strike="noStrike" kern="1200" cap="none" spc="0" normalizeH="0" baseline="0" noProof="0">
                <a:ln>
                  <a:noFill/>
                </a:ln>
                <a:solidFill>
                  <a:schemeClr val="tx1"/>
                </a:solidFill>
                <a:effectLst/>
                <a:uLnTx/>
                <a:uFillTx/>
                <a:latin typeface="+mn-lt"/>
                <a:cs typeface="Arial"/>
              </a:rPr>
              <a:t>All other trademarks are the property of their respective owners</a:t>
            </a:r>
          </a:p>
        </p:txBody>
      </p:sp>
      <p:pic>
        <p:nvPicPr>
          <p:cNvPr id="8" name="facebook icon" descr="Facebook icon">
            <a:hlinkClick r:id="rId3"/>
            <a:extLst>
              <a:ext uri="{FF2B5EF4-FFF2-40B4-BE49-F238E27FC236}">
                <a16:creationId xmlns:a16="http://schemas.microsoft.com/office/drawing/2014/main" id="{7E1C6BE9-7538-6CAC-0B3A-1579B56EEE2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983168" y="4217281"/>
            <a:ext cx="201437" cy="201438"/>
          </a:xfrm>
          <a:prstGeom prst="rect">
            <a:avLst/>
          </a:prstGeom>
        </p:spPr>
      </p:pic>
      <p:pic>
        <p:nvPicPr>
          <p:cNvPr id="11" name="Linkedin icon" descr="LinkedIn icon">
            <a:hlinkClick r:id="rId5"/>
            <a:extLst>
              <a:ext uri="{FF2B5EF4-FFF2-40B4-BE49-F238E27FC236}">
                <a16:creationId xmlns:a16="http://schemas.microsoft.com/office/drawing/2014/main" id="{F51D168B-CBC4-E864-5AAA-2E3CAF556CE3}"/>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7290131" y="4232776"/>
            <a:ext cx="201437" cy="170448"/>
          </a:xfrm>
          <a:prstGeom prst="rect">
            <a:avLst/>
          </a:prstGeom>
        </p:spPr>
      </p:pic>
      <p:pic>
        <p:nvPicPr>
          <p:cNvPr id="12" name="YouTube icon" descr="YouTube icon">
            <a:hlinkClick r:id="rId7"/>
            <a:extLst>
              <a:ext uri="{FF2B5EF4-FFF2-40B4-BE49-F238E27FC236}">
                <a16:creationId xmlns:a16="http://schemas.microsoft.com/office/drawing/2014/main" id="{68577729-8372-9CDC-3225-4F726E44C919}"/>
              </a:ext>
            </a:extLst>
          </p:cNvPr>
          <p:cNvPicPr>
            <a:picLocks noChangeAspect="1"/>
          </p:cNvPicPr>
          <p:nvPr userDrawn="1"/>
        </p:nvPicPr>
        <p:blipFill>
          <a:blip>
            <a:extLst>
              <a:ext uri="{96DAC541-7B7A-43D3-8B79-37D633B846F1}">
                <asvg:svgBlip xmlns:asvg="http://schemas.microsoft.com/office/drawing/2016/SVG/main" r:embed="rId8"/>
              </a:ext>
            </a:extLst>
          </a:blip>
          <a:srcRect/>
          <a:stretch/>
        </p:blipFill>
        <p:spPr>
          <a:xfrm>
            <a:off x="7597094" y="4242028"/>
            <a:ext cx="221581" cy="151942"/>
          </a:xfrm>
          <a:prstGeom prst="rect">
            <a:avLst/>
          </a:prstGeom>
        </p:spPr>
      </p:pic>
      <p:pic>
        <p:nvPicPr>
          <p:cNvPr id="13" name="X icon" descr="Twitter/X icon">
            <a:hlinkClick r:id="rId9"/>
            <a:extLst>
              <a:ext uri="{FF2B5EF4-FFF2-40B4-BE49-F238E27FC236}">
                <a16:creationId xmlns:a16="http://schemas.microsoft.com/office/drawing/2014/main" id="{EAD5DFC1-E4C6-871E-0E68-BB043383E919}"/>
              </a:ext>
            </a:extLst>
          </p:cNvPr>
          <p:cNvPicPr>
            <a:picLocks noChangeAspect="1"/>
          </p:cNvPicPr>
          <p:nvPr userDrawn="1"/>
        </p:nvPicPr>
        <p:blipFill>
          <a:blip>
            <a:extLst>
              <a:ext uri="{96DAC541-7B7A-43D3-8B79-37D633B846F1}">
                <asvg:svgBlip xmlns:asvg="http://schemas.microsoft.com/office/drawing/2016/SVG/main" r:embed="rId10"/>
              </a:ext>
            </a:extLst>
          </a:blip>
          <a:srcRect/>
          <a:stretch/>
        </p:blipFill>
        <p:spPr>
          <a:xfrm>
            <a:off x="7926199" y="4226075"/>
            <a:ext cx="179853" cy="183850"/>
          </a:xfrm>
          <a:prstGeom prst="rect">
            <a:avLst/>
          </a:prstGeom>
        </p:spPr>
      </p:pic>
      <p:pic>
        <p:nvPicPr>
          <p:cNvPr id="14" name="Instagram icon" descr="Instagram icon">
            <a:hlinkClick r:id="rId11"/>
            <a:extLst>
              <a:ext uri="{FF2B5EF4-FFF2-40B4-BE49-F238E27FC236}">
                <a16:creationId xmlns:a16="http://schemas.microsoft.com/office/drawing/2014/main" id="{A3B56502-78F0-ECFE-454F-D959B8994BDB}"/>
              </a:ext>
            </a:extLst>
          </p:cNvPr>
          <p:cNvPicPr>
            <a:picLocks noChangeAspect="1"/>
          </p:cNvPicPr>
          <p:nvPr userDrawn="1"/>
        </p:nvPicPr>
        <p:blipFill>
          <a:blip>
            <a:extLst>
              <a:ext uri="{96DAC541-7B7A-43D3-8B79-37D633B846F1}">
                <asvg:svgBlip xmlns:asvg="http://schemas.microsoft.com/office/drawing/2016/SVG/main" r:embed="rId12"/>
              </a:ext>
            </a:extLst>
          </a:blip>
          <a:srcRect/>
          <a:stretch/>
        </p:blipFill>
        <p:spPr>
          <a:xfrm>
            <a:off x="8213576" y="4226075"/>
            <a:ext cx="183849" cy="183850"/>
          </a:xfrm>
          <a:prstGeom prst="rect">
            <a:avLst/>
          </a:prstGeom>
        </p:spPr>
      </p:pic>
      <p:pic>
        <p:nvPicPr>
          <p:cNvPr id="15" name="SE blog icon" descr="SE Blog icon&#10;">
            <a:hlinkClick r:id="rId13"/>
            <a:extLst>
              <a:ext uri="{FF2B5EF4-FFF2-40B4-BE49-F238E27FC236}">
                <a16:creationId xmlns:a16="http://schemas.microsoft.com/office/drawing/2014/main" id="{4A1EF6C2-8985-125D-8994-A171A7815917}"/>
              </a:ext>
            </a:extLst>
          </p:cNvPr>
          <p:cNvPicPr>
            <a:picLocks noChangeAspect="1"/>
          </p:cNvPicPr>
          <p:nvPr userDrawn="1"/>
        </p:nvPicPr>
        <p:blipFill>
          <a:blip>
            <a:extLst>
              <a:ext uri="{96DAC541-7B7A-43D3-8B79-37D633B846F1}">
                <asvg:svgBlip xmlns:asvg="http://schemas.microsoft.com/office/drawing/2016/SVG/main" r:embed="rId14"/>
              </a:ext>
            </a:extLst>
          </a:blip>
          <a:srcRect/>
          <a:stretch/>
        </p:blipFill>
        <p:spPr>
          <a:xfrm>
            <a:off x="8502951" y="4226075"/>
            <a:ext cx="183849" cy="183850"/>
          </a:xfrm>
          <a:prstGeom prst="rect">
            <a:avLst/>
          </a:prstGeom>
        </p:spPr>
      </p:pic>
      <p:sp>
        <p:nvSpPr>
          <p:cNvPr id="2" name="Rectangle 1">
            <a:extLst>
              <a:ext uri="{FF2B5EF4-FFF2-40B4-BE49-F238E27FC236}">
                <a16:creationId xmlns:a16="http://schemas.microsoft.com/office/drawing/2014/main" id="{271B6E44-1B65-91A3-392A-22AB2259F3A6}"/>
              </a:ext>
              <a:ext uri="{C183D7F6-B498-43B3-948B-1728B52AA6E4}">
                <adec:decorative xmlns:adec="http://schemas.microsoft.com/office/drawing/2017/decorative" val="1"/>
              </a:ext>
            </a:extLst>
          </p:cNvPr>
          <p:cNvSpPr/>
          <p:nvPr userDrawn="1"/>
        </p:nvSpPr>
        <p:spPr>
          <a:xfrm>
            <a:off x="7491568" y="4533443"/>
            <a:ext cx="1652432" cy="610057"/>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18EB856C-EC88-984B-D986-26C75786BE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15"/>
              </a:ext>
            </a:extLst>
          </a:blip>
          <a:srcRect/>
          <a:stretch/>
        </p:blipFill>
        <p:spPr>
          <a:xfrm>
            <a:off x="3291114" y="2192229"/>
            <a:ext cx="2561770" cy="759042"/>
          </a:xfrm>
          <a:prstGeom prst="rect">
            <a:avLst/>
          </a:prstGeom>
        </p:spPr>
      </p:pic>
    </p:spTree>
    <p:extLst>
      <p:ext uri="{BB962C8B-B14F-4D97-AF65-F5344CB8AC3E}">
        <p14:creationId xmlns:p14="http://schemas.microsoft.com/office/powerpoint/2010/main" val="292434551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slide simple">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8291515" cy="710404"/>
          </a:xfrm>
          <a:prstGeom prst="rect">
            <a:avLst/>
          </a:prstGeom>
        </p:spPr>
        <p:txBody>
          <a:bodyPr wrap="none" lIns="0" tIns="0" rIns="0" bIns="0" anchor="t" anchorCtr="0">
            <a:noAutofit/>
          </a:bodyPr>
          <a:lstStyle>
            <a:lvl1pPr marL="0" indent="0" algn="l">
              <a:lnSpc>
                <a:spcPts val="3200"/>
              </a:lnSpc>
              <a:buFont typeface="Arial"/>
              <a:buNone/>
              <a:defRPr sz="2800" b="0">
                <a:solidFill>
                  <a:schemeClr val="accent5"/>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accent5"/>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2" name="Picture 8">
            <a:extLst>
              <a:ext uri="{FF2B5EF4-FFF2-40B4-BE49-F238E27FC236}">
                <a16:creationId xmlns:a16="http://schemas.microsoft.com/office/drawing/2014/main" id="{BAECC792-CA14-C7A4-30D4-B617C45AFF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4" name="Footer Placeholder 3">
            <a:extLst>
              <a:ext uri="{FF2B5EF4-FFF2-40B4-BE49-F238E27FC236}">
                <a16:creationId xmlns:a16="http://schemas.microsoft.com/office/drawing/2014/main" id="{6668E0CD-5241-CF25-0D1A-1451CD3AB63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242023360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D0D8A4D-3C08-ED9C-B2F5-76F635F375B2}"/>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90605200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One column two line headlin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a:xfrm>
            <a:off x="457197" y="425871"/>
            <a:ext cx="8229601" cy="612036"/>
          </a:xfrm>
        </p:spPr>
        <p:txBody>
          <a:bodyPr/>
          <a:lstStyle/>
          <a:p>
            <a:r>
              <a:rPr lang="en-US"/>
              <a:t>Click to edit</a:t>
            </a:r>
            <a:br>
              <a:rPr lang="en-US"/>
            </a:br>
            <a:r>
              <a:rPr lang="en-US"/>
              <a:t>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1167680"/>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47700545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lide Offer comm">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4114803" cy="716459"/>
          </a:xfrm>
          <a:prstGeom prst="rect">
            <a:avLst/>
          </a:prstGeom>
        </p:spPr>
        <p:txBody>
          <a:bodyPr wrap="none" lIns="0" tIns="0" rIns="0" bIns="0" anchor="t" anchorCtr="0">
            <a:noAutofit/>
          </a:bodyPr>
          <a:lstStyle>
            <a:lvl1pPr marL="0" indent="0" algn="l">
              <a:lnSpc>
                <a:spcPts val="3200"/>
              </a:lnSpc>
              <a:buFont typeface="Arial"/>
              <a:buNone/>
              <a:defRPr sz="2800" b="0">
                <a:solidFill>
                  <a:schemeClr val="accent5"/>
                </a:solidFill>
              </a:defRPr>
            </a:lvl1pPr>
          </a:lstStyle>
          <a:p>
            <a:r>
              <a:rPr lang="en-US"/>
              <a:t>Presentation </a:t>
            </a:r>
            <a:br>
              <a:rPr lang="en-US"/>
            </a:br>
            <a:r>
              <a:rPr lang="en-US"/>
              <a:t>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4114803" cy="215444"/>
          </a:xfrm>
          <a:prstGeom prst="rect">
            <a:avLst/>
          </a:prstGeom>
        </p:spPr>
        <p:txBody>
          <a:bodyPr lIns="0" tIns="0" rIns="0" bIns="0">
            <a:noAutofit/>
          </a:bodyPr>
          <a:lstStyle>
            <a:lvl1pPr marL="0" indent="0" algn="l">
              <a:buNone/>
              <a:defRPr sz="1600" baseline="0">
                <a:solidFill>
                  <a:schemeClr val="accent5"/>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4114803"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5" name="Picture 8">
            <a:extLst>
              <a:ext uri="{FF2B5EF4-FFF2-40B4-BE49-F238E27FC236}">
                <a16:creationId xmlns:a16="http://schemas.microsoft.com/office/drawing/2014/main" id="{36D14F70-2122-EE32-0ED1-D31B12D1D7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12" name="Picture Placeholder 11">
            <a:extLst>
              <a:ext uri="{FF2B5EF4-FFF2-40B4-BE49-F238E27FC236}">
                <a16:creationId xmlns:a16="http://schemas.microsoft.com/office/drawing/2014/main" id="{6F0A24E5-CBCF-AFA0-A6A9-0FB50E5B9D51}"/>
              </a:ext>
              <a:ext uri="{C183D7F6-B498-43B3-948B-1728B52AA6E4}">
                <adec:decorative xmlns:adec="http://schemas.microsoft.com/office/drawing/2017/decorative" val="1"/>
              </a:ext>
            </a:extLst>
          </p:cNvPr>
          <p:cNvSpPr>
            <a:spLocks noGrp="1"/>
          </p:cNvSpPr>
          <p:nvPr>
            <p:ph type="pic" sz="quarter" idx="17"/>
          </p:nvPr>
        </p:nvSpPr>
        <p:spPr>
          <a:xfrm>
            <a:off x="4873880" y="1728216"/>
            <a:ext cx="3438016" cy="1416622"/>
          </a:xfrm>
          <a:noFill/>
        </p:spPr>
        <p:txBody>
          <a:bodyPr/>
          <a:lstStyle/>
          <a:p>
            <a:r>
              <a:rPr lang="en-US"/>
              <a:t>Click icon to add picture</a:t>
            </a:r>
          </a:p>
        </p:txBody>
      </p:sp>
      <p:sp>
        <p:nvSpPr>
          <p:cNvPr id="15" name="Graphic 2">
            <a:extLst>
              <a:ext uri="{FF2B5EF4-FFF2-40B4-BE49-F238E27FC236}">
                <a16:creationId xmlns:a16="http://schemas.microsoft.com/office/drawing/2014/main" id="{18C0A611-8854-0F9A-1E70-8AF35878A7DC}"/>
              </a:ext>
              <a:ext uri="{C183D7F6-B498-43B3-948B-1728B52AA6E4}">
                <adec:decorative xmlns:adec="http://schemas.microsoft.com/office/drawing/2017/decorative" val="1"/>
              </a:ext>
            </a:extLst>
          </p:cNvPr>
          <p:cNvSpPr/>
          <p:nvPr userDrawn="1"/>
        </p:nvSpPr>
        <p:spPr>
          <a:xfrm>
            <a:off x="5026575" y="870214"/>
            <a:ext cx="3132626" cy="3132626"/>
          </a:xfrm>
          <a:custGeom>
            <a:avLst/>
            <a:gdLst>
              <a:gd name="csX0" fmla="*/ 254154 w 3132626"/>
              <a:gd name="csY0" fmla="*/ 2878473 h 3132626"/>
              <a:gd name="csX1" fmla="*/ 2421296 w 3132626"/>
              <a:gd name="csY1" fmla="*/ 2421296 h 3132626"/>
              <a:gd name="csX2" fmla="*/ 2878473 w 3132626"/>
              <a:gd name="csY2" fmla="*/ 254154 h 3132626"/>
              <a:gd name="csX3" fmla="*/ 711331 w 3132626"/>
              <a:gd name="csY3" fmla="*/ 711331 h 3132626"/>
              <a:gd name="csX4" fmla="*/ 254154 w 3132626"/>
              <a:gd name="csY4" fmla="*/ 2878473 h 3132626"/>
            </a:gdLst>
            <a:ahLst/>
            <a:cxnLst>
              <a:cxn ang="0">
                <a:pos x="csX0" y="csY0"/>
              </a:cxn>
              <a:cxn ang="0">
                <a:pos x="csX1" y="csY1"/>
              </a:cxn>
              <a:cxn ang="0">
                <a:pos x="csX2" y="csY2"/>
              </a:cxn>
              <a:cxn ang="0">
                <a:pos x="csX3" y="csY3"/>
              </a:cxn>
              <a:cxn ang="0">
                <a:pos x="csX4" y="csY4"/>
              </a:cxn>
            </a:cxnLst>
            <a:rect l="l" t="t" r="r" b="b"/>
            <a:pathLst>
              <a:path w="3132626" h="3132626">
                <a:moveTo>
                  <a:pt x="254154" y="2878473"/>
                </a:moveTo>
                <a:cubicBezTo>
                  <a:pt x="726348" y="3350667"/>
                  <a:pt x="1696598" y="3145994"/>
                  <a:pt x="2421296" y="2421296"/>
                </a:cubicBezTo>
                <a:cubicBezTo>
                  <a:pt x="3145994" y="1696598"/>
                  <a:pt x="3350667" y="726348"/>
                  <a:pt x="2878473" y="254154"/>
                </a:cubicBezTo>
                <a:cubicBezTo>
                  <a:pt x="2406279" y="-218040"/>
                  <a:pt x="1436029" y="-13367"/>
                  <a:pt x="711331" y="711331"/>
                </a:cubicBezTo>
                <a:cubicBezTo>
                  <a:pt x="-13367" y="1436029"/>
                  <a:pt x="-218040" y="2406279"/>
                  <a:pt x="254154" y="2878473"/>
                </a:cubicBezTo>
              </a:path>
            </a:pathLst>
          </a:custGeom>
          <a:noFill/>
          <a:ln w="12063" cap="flat">
            <a:solidFill>
              <a:schemeClr val="accent1"/>
            </a:solidFill>
            <a:prstDash val="solid"/>
            <a:miter/>
          </a:ln>
        </p:spPr>
        <p:txBody>
          <a:bodyPr/>
          <a:lstStyle/>
          <a:p>
            <a:endParaRPr lang="en-US"/>
          </a:p>
        </p:txBody>
      </p:sp>
      <p:sp>
        <p:nvSpPr>
          <p:cNvPr id="2" name="Footer Placeholder 1">
            <a:extLst>
              <a:ext uri="{FF2B5EF4-FFF2-40B4-BE49-F238E27FC236}">
                <a16:creationId xmlns:a16="http://schemas.microsoft.com/office/drawing/2014/main" id="{04C2D177-DDCF-DF00-200F-D918E7206679}"/>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358484766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D24D3E9-2B0E-7092-E1D3-465988811C69}"/>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tx1">
              <a:lumMod val="50000"/>
            </a:schemeClr>
          </a:solidFill>
        </p:spPr>
        <p:txBody>
          <a:bodyPr/>
          <a:lstStyle/>
          <a:p>
            <a:r>
              <a:rPr lang="en-US"/>
              <a:t>Click icon to add picture</a:t>
            </a:r>
          </a:p>
        </p:txBody>
      </p:sp>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30056"/>
            <a:ext cx="8291515" cy="759622"/>
          </a:xfrm>
          <a:prstGeom prst="rect">
            <a:avLst/>
          </a:prstGeom>
        </p:spPr>
        <p:txBody>
          <a:bodyPr wrap="none" lIns="0" tIns="0" rIns="0" bIns="0" anchor="t" anchorCtr="0">
            <a:noAutofit/>
          </a:bodyPr>
          <a:lstStyle>
            <a:lvl1pPr marL="0" indent="0" algn="l">
              <a:lnSpc>
                <a:spcPts val="3200"/>
              </a:lnSpc>
              <a:buFont typeface="Arial"/>
              <a:buNone/>
              <a:defRPr sz="2800" b="0">
                <a:solidFill>
                  <a:schemeClr val="accent5"/>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accent5"/>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2" name="Picture 8">
            <a:extLst>
              <a:ext uri="{FF2B5EF4-FFF2-40B4-BE49-F238E27FC236}">
                <a16:creationId xmlns:a16="http://schemas.microsoft.com/office/drawing/2014/main" id="{BAECC792-CA14-C7A4-30D4-B617C45AFF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3" name="Footer Placeholder 2">
            <a:extLst>
              <a:ext uri="{FF2B5EF4-FFF2-40B4-BE49-F238E27FC236}">
                <a16:creationId xmlns:a16="http://schemas.microsoft.com/office/drawing/2014/main" id="{A0E19C8E-65A7-0320-1216-B88C04D07215}"/>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21300920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One column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84D18E-C2CA-1169-88BB-B7B75C75D53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
        <p:nvSpPr>
          <p:cNvPr id="4" name="Title 3">
            <a:extLst>
              <a:ext uri="{FF2B5EF4-FFF2-40B4-BE49-F238E27FC236}">
                <a16:creationId xmlns:a16="http://schemas.microsoft.com/office/drawing/2014/main" id="{4283B956-AD5F-6D04-C60C-6FD76DA92691}"/>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233911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slide with titl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p:txBody>
          <a:bodyPr/>
          <a:lstStyle/>
          <a:p>
            <a:r>
              <a:rPr lang="en-US"/>
              <a:t>Click to edit master title style</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22576709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43AB97FC-EDBF-F20F-99E4-CBD75B0B113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790C7181-667F-C675-9C08-9897FFA38C76}"/>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06698325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One column 2/3 of slid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FD2F15C-D9F6-79E3-0853-A5F589E5669F}"/>
              </a:ext>
            </a:extLst>
          </p:cNvPr>
          <p:cNvSpPr>
            <a:spLocks noGrp="1"/>
          </p:cNvSpPr>
          <p:nvPr>
            <p:ph type="title" hasCustomPrompt="1"/>
          </p:nvPr>
        </p:nvSpPr>
        <p:spPr/>
        <p:txBody>
          <a:bodyPr/>
          <a:lstStyle/>
          <a:p>
            <a:r>
              <a:rPr lang="en-US"/>
              <a:t>Click to edit master title style</a:t>
            </a:r>
          </a:p>
        </p:txBody>
      </p:sp>
      <p:sp>
        <p:nvSpPr>
          <p:cNvPr id="4" name="Subhead placeholder">
            <a:extLst>
              <a:ext uri="{FF2B5EF4-FFF2-40B4-BE49-F238E27FC236}">
                <a16:creationId xmlns:a16="http://schemas.microsoft.com/office/drawing/2014/main" id="{A74A2D14-92D0-25EA-BDAE-34BF7C66D274}"/>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1553B87B-7AFF-7944-B12E-D7F3693BB8B8}"/>
              </a:ext>
            </a:extLst>
          </p:cNvPr>
          <p:cNvSpPr>
            <a:spLocks noGrp="1"/>
          </p:cNvSpPr>
          <p:nvPr>
            <p:ph idx="1" hasCustomPrompt="1"/>
          </p:nvPr>
        </p:nvSpPr>
        <p:spPr>
          <a:xfrm>
            <a:off x="457198" y="1508393"/>
            <a:ext cx="5449625" cy="2667138"/>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aption placeholder">
            <a:extLst>
              <a:ext uri="{FF2B5EF4-FFF2-40B4-BE49-F238E27FC236}">
                <a16:creationId xmlns:a16="http://schemas.microsoft.com/office/drawing/2014/main" id="{96972F63-46C7-AEA3-46DC-D60BC24F8426}"/>
              </a:ext>
            </a:extLst>
          </p:cNvPr>
          <p:cNvSpPr>
            <a:spLocks noGrp="1"/>
          </p:cNvSpPr>
          <p:nvPr>
            <p:ph type="body" sz="quarter" idx="13"/>
          </p:nvPr>
        </p:nvSpPr>
        <p:spPr>
          <a:xfrm>
            <a:off x="457198" y="4341813"/>
            <a:ext cx="5437187" cy="153987"/>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8" name="Footer Placeholder 7">
            <a:extLst>
              <a:ext uri="{FF2B5EF4-FFF2-40B4-BE49-F238E27FC236}">
                <a16:creationId xmlns:a16="http://schemas.microsoft.com/office/drawing/2014/main" id="{90F4FF31-2AE4-F039-5C15-022D284C5589}"/>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0FB24F5F-C764-5FFB-250D-85C0F62E2B05}"/>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1180580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One column with callout">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27D1CA7-EDEB-3610-52F7-7B6426D27FC7}"/>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BA306589-E832-5282-7364-9B24ED19C84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D821587E-21FB-BC44-BBB2-94A1EF5DB1C3}"/>
              </a:ext>
            </a:extLst>
          </p:cNvPr>
          <p:cNvSpPr>
            <a:spLocks noGrp="1"/>
          </p:cNvSpPr>
          <p:nvPr>
            <p:ph idx="1" hasCustomPrompt="1"/>
          </p:nvPr>
        </p:nvSpPr>
        <p:spPr>
          <a:xfrm>
            <a:off x="457198" y="1508393"/>
            <a:ext cx="5449625" cy="2815958"/>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538DE3F4-227D-5ED8-5226-3C6D8FBFA655}"/>
              </a:ext>
            </a:extLst>
          </p:cNvPr>
          <p:cNvSpPr>
            <a:spLocks noGrp="1"/>
          </p:cNvSpPr>
          <p:nvPr>
            <p:ph idx="20" hasCustomPrompt="1"/>
          </p:nvPr>
        </p:nvSpPr>
        <p:spPr>
          <a:xfrm>
            <a:off x="6202885" y="1508393"/>
            <a:ext cx="2483909" cy="2815958"/>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1427A184-EBE7-5533-296C-DBF6564E2DAE}"/>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9BF41B99-5A3E-3131-6052-E65D1F2AF376}"/>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83576357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713425"/>
            <a:ext cx="4013901" cy="2610925"/>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9" y="1713425"/>
            <a:ext cx="4013900" cy="2610925"/>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3CF50C1-317F-A1F5-F963-9FB813C6D135}"/>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354D5B1-1A32-08B3-62BF-33D7265558AC}"/>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9427565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wo columns with subtitle and sketche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880565-89B2-378C-30FA-CAB527EF14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F3EEF300-F8F6-8740-1400-2E8E6FCA99E1}"/>
              </a:ext>
            </a:extLst>
          </p:cNvPr>
          <p:cNvSpPr>
            <a:spLocks noGrp="1"/>
          </p:cNvSpPr>
          <p:nvPr>
            <p:ph type="body" sz="quarter" idx="18"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508393"/>
            <a:ext cx="4013901" cy="2647683"/>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8"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7" y="1508393"/>
            <a:ext cx="4013901" cy="2647683"/>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7"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1" name="Footer Placeholder 10">
            <a:extLst>
              <a:ext uri="{FF2B5EF4-FFF2-40B4-BE49-F238E27FC236}">
                <a16:creationId xmlns:a16="http://schemas.microsoft.com/office/drawing/2014/main" id="{9E2A5DF1-6EDD-795D-B0DD-947EAA48BB9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4" name="Slide Number Placeholder 13">
            <a:extLst>
              <a:ext uri="{FF2B5EF4-FFF2-40B4-BE49-F238E27FC236}">
                <a16:creationId xmlns:a16="http://schemas.microsoft.com/office/drawing/2014/main" id="{2B5E85EC-DC6B-0539-73DF-75FA67FC559A}"/>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21600127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02619C0-AEBE-3919-DAB6-6409613C6EE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3CA7C499-E5ED-F4AB-FCAD-CD154076301A}"/>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09BE40C7-2417-56E8-24FC-DA9FF99860D9}"/>
              </a:ext>
            </a:extLst>
          </p:cNvPr>
          <p:cNvSpPr>
            <a:spLocks noGrp="1"/>
          </p:cNvSpPr>
          <p:nvPr>
            <p:ph idx="1" hasCustomPrompt="1"/>
          </p:nvPr>
        </p:nvSpPr>
        <p:spPr>
          <a:xfrm>
            <a:off x="457198" y="1508393"/>
            <a:ext cx="2545828" cy="2815957"/>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a:extLst>
              <a:ext uri="{FF2B5EF4-FFF2-40B4-BE49-F238E27FC236}">
                <a16:creationId xmlns:a16="http://schemas.microsoft.com/office/drawing/2014/main" id="{61834C9E-98B2-CD8C-AA0A-1DA16356296A}"/>
              </a:ext>
            </a:extLst>
          </p:cNvPr>
          <p:cNvSpPr>
            <a:spLocks noGrp="1"/>
          </p:cNvSpPr>
          <p:nvPr>
            <p:ph idx="19" hasCustomPrompt="1"/>
          </p:nvPr>
        </p:nvSpPr>
        <p:spPr>
          <a:xfrm>
            <a:off x="3299086" y="1508393"/>
            <a:ext cx="2545828" cy="2815957"/>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BEC9AEA6-E903-65D8-B27F-6044273D9DFB}"/>
              </a:ext>
            </a:extLst>
          </p:cNvPr>
          <p:cNvSpPr>
            <a:spLocks noGrp="1"/>
          </p:cNvSpPr>
          <p:nvPr>
            <p:ph idx="20" hasCustomPrompt="1"/>
          </p:nvPr>
        </p:nvSpPr>
        <p:spPr>
          <a:xfrm>
            <a:off x="6140970" y="1508393"/>
            <a:ext cx="2545828" cy="2815957"/>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EE285B6F-7A23-73F1-099E-AD70CB747A0A}"/>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3991A69-333C-1CE1-C865-3CC0512F32FA}"/>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0856108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ne column with objec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8DDF7F1-42A9-84B7-3BC3-011A76BC977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BBE0EB71-5457-15AA-6C6E-C132E696DA9C}"/>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descr="Image placeholder">
            <a:extLst>
              <a:ext uri="{FF2B5EF4-FFF2-40B4-BE49-F238E27FC236}">
                <a16:creationId xmlns:a16="http://schemas.microsoft.com/office/drawing/2014/main" id="{B3171895-91FA-984A-52C9-210E37055A67}"/>
              </a:ext>
            </a:extLst>
          </p:cNvPr>
          <p:cNvSpPr>
            <a:spLocks noGrp="1"/>
          </p:cNvSpPr>
          <p:nvPr>
            <p:ph sz="quarter" idx="14" hasCustomPrompt="1"/>
          </p:nvPr>
        </p:nvSpPr>
        <p:spPr>
          <a:xfrm>
            <a:off x="4726656" y="1508393"/>
            <a:ext cx="3960140" cy="2815956"/>
          </a:xfrm>
          <a:prstGeom prst="roundRect">
            <a:avLst>
              <a:gd name="adj" fmla="val 4172"/>
            </a:avLst>
          </a:prstGeom>
          <a:solidFill>
            <a:schemeClr val="tx1">
              <a:lumMod val="50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152815CA-11DE-C3F9-276C-34778BF0F77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7D949FB-2108-2F7F-90F3-EE81E2879204}"/>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6889101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ne column with object and sketche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076034-18F4-EF79-1AE3-075FD28FDD33}"/>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451" y="0"/>
            <a:ext cx="9127098" cy="5143500"/>
          </a:xfrm>
          <a:prstGeom prst="rect">
            <a:avLst/>
          </a:prstGeom>
        </p:spPr>
      </p:pic>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663B54C8-9BEF-AA9B-5AFB-AEA4B07ED08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5" name="Text placeholder">
            <a:extLst>
              <a:ext uri="{FF2B5EF4-FFF2-40B4-BE49-F238E27FC236}">
                <a16:creationId xmlns:a16="http://schemas.microsoft.com/office/drawing/2014/main" id="{365F77A7-C9B8-1C63-8040-75FC1835C4B9}"/>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descr="Image placeholder">
            <a:extLst>
              <a:ext uri="{FF2B5EF4-FFF2-40B4-BE49-F238E27FC236}">
                <a16:creationId xmlns:a16="http://schemas.microsoft.com/office/drawing/2014/main" id="{5A1FEAC2-7BFF-B2B2-2E42-A49B24996613}"/>
              </a:ext>
            </a:extLst>
          </p:cNvPr>
          <p:cNvSpPr>
            <a:spLocks noGrp="1"/>
          </p:cNvSpPr>
          <p:nvPr>
            <p:ph sz="quarter" idx="14" hasCustomPrompt="1"/>
          </p:nvPr>
        </p:nvSpPr>
        <p:spPr>
          <a:xfrm>
            <a:off x="4726656" y="1508393"/>
            <a:ext cx="3960140" cy="2815956"/>
          </a:xfrm>
          <a:prstGeom prst="roundRect">
            <a:avLst>
              <a:gd name="adj" fmla="val 4172"/>
            </a:avLst>
          </a:prstGeom>
          <a:solidFill>
            <a:schemeClr val="tx1">
              <a:lumMod val="50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806A5C7D-1F84-D149-6EFE-842B2F585AC9}"/>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2" name="Slide Number Placeholder 11">
            <a:extLst>
              <a:ext uri="{FF2B5EF4-FFF2-40B4-BE49-F238E27FC236}">
                <a16:creationId xmlns:a16="http://schemas.microsoft.com/office/drawing/2014/main" id="{013575A3-F067-EA24-D8BD-6F80513A93BA}"/>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93417196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ne column with half page objec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B50AAE-14AA-3CA4-4AE3-835BE15BEE08}"/>
              </a:ext>
            </a:extLst>
          </p:cNvPr>
          <p:cNvSpPr>
            <a:spLocks noGrp="1"/>
          </p:cNvSpPr>
          <p:nvPr>
            <p:ph type="title" hasCustomPrompt="1"/>
          </p:nvPr>
        </p:nvSpPr>
        <p:spPr>
          <a:xfrm>
            <a:off x="457198" y="425736"/>
            <a:ext cx="3951990" cy="549952"/>
          </a:xfrm>
        </p:spPr>
        <p:txBody>
          <a:bodyPr/>
          <a:lstStyle/>
          <a:p>
            <a:r>
              <a:rPr lang="en-US"/>
              <a:t>Click to edit master title style</a:t>
            </a:r>
          </a:p>
        </p:txBody>
      </p:sp>
      <p:sp>
        <p:nvSpPr>
          <p:cNvPr id="6" name="Subhead placeholder">
            <a:extLst>
              <a:ext uri="{FF2B5EF4-FFF2-40B4-BE49-F238E27FC236}">
                <a16:creationId xmlns:a16="http://schemas.microsoft.com/office/drawing/2014/main" id="{575C2031-DA59-A055-52CC-761A67068BCF}"/>
              </a:ext>
            </a:extLst>
          </p:cNvPr>
          <p:cNvSpPr>
            <a:spLocks noGrp="1"/>
          </p:cNvSpPr>
          <p:nvPr>
            <p:ph type="body" sz="quarter" idx="12" hasCustomPrompt="1"/>
          </p:nvPr>
        </p:nvSpPr>
        <p:spPr>
          <a:xfrm>
            <a:off x="457198" y="1132668"/>
            <a:ext cx="395199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2758CEBB-DB2F-17EE-BA62-08822521E986}"/>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descr="Image placeholder">
            <a:extLst>
              <a:ext uri="{FF2B5EF4-FFF2-40B4-BE49-F238E27FC236}">
                <a16:creationId xmlns:a16="http://schemas.microsoft.com/office/drawing/2014/main" id="{984A6C73-609D-4A15-AB1B-9F5652394E5C}"/>
              </a:ext>
            </a:extLst>
          </p:cNvPr>
          <p:cNvSpPr>
            <a:spLocks noGrp="1"/>
          </p:cNvSpPr>
          <p:nvPr>
            <p:ph sz="quarter" idx="13" hasCustomPrompt="1"/>
          </p:nvPr>
        </p:nvSpPr>
        <p:spPr>
          <a:xfrm>
            <a:off x="4572001" y="0"/>
            <a:ext cx="4572000" cy="5143499"/>
          </a:xfrm>
          <a:prstGeom prst="rect">
            <a:avLst/>
          </a:prstGeom>
          <a:solidFill>
            <a:schemeClr val="tx1">
              <a:lumMod val="50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8" name="Footer Placeholder 7">
            <a:extLst>
              <a:ext uri="{FF2B5EF4-FFF2-40B4-BE49-F238E27FC236}">
                <a16:creationId xmlns:a16="http://schemas.microsoft.com/office/drawing/2014/main" id="{430E8EA2-E82B-4672-694D-720345411A13}"/>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07AEB557-F875-7E5B-1DF8-C19428A03243}"/>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64805897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ne column with 1/3 objec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0FCB67-5B6B-2216-9504-7BED66175D3F}"/>
              </a:ext>
            </a:extLst>
          </p:cNvPr>
          <p:cNvSpPr>
            <a:spLocks noGrp="1"/>
          </p:cNvSpPr>
          <p:nvPr>
            <p:ph type="title"/>
          </p:nvPr>
        </p:nvSpPr>
        <p:spPr>
          <a:xfrm>
            <a:off x="457198" y="425872"/>
            <a:ext cx="5425442" cy="289230"/>
          </a:xfrm>
        </p:spPr>
        <p:txBody>
          <a:bodyPr/>
          <a:lstStyle/>
          <a:p>
            <a:r>
              <a:rPr lang="en-US"/>
              <a:t>Click to edit Master title style</a:t>
            </a:r>
          </a:p>
        </p:txBody>
      </p:sp>
      <p:sp>
        <p:nvSpPr>
          <p:cNvPr id="7" name="Subhead placeholder">
            <a:extLst>
              <a:ext uri="{FF2B5EF4-FFF2-40B4-BE49-F238E27FC236}">
                <a16:creationId xmlns:a16="http://schemas.microsoft.com/office/drawing/2014/main" id="{22901A26-9741-E8EE-2A1E-3420FC22B1F7}"/>
              </a:ext>
            </a:extLst>
          </p:cNvPr>
          <p:cNvSpPr>
            <a:spLocks noGrp="1"/>
          </p:cNvSpPr>
          <p:nvPr>
            <p:ph type="body" sz="quarter" idx="12" hasCustomPrompt="1"/>
          </p:nvPr>
        </p:nvSpPr>
        <p:spPr>
          <a:xfrm>
            <a:off x="457198" y="851103"/>
            <a:ext cx="5425442"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3" name="Text placeholder">
            <a:extLst>
              <a:ext uri="{FF2B5EF4-FFF2-40B4-BE49-F238E27FC236}">
                <a16:creationId xmlns:a16="http://schemas.microsoft.com/office/drawing/2014/main" id="{3653E5CB-B954-B651-AC7B-F991623A5D48}"/>
              </a:ext>
            </a:extLst>
          </p:cNvPr>
          <p:cNvSpPr>
            <a:spLocks noGrp="1"/>
          </p:cNvSpPr>
          <p:nvPr>
            <p:ph idx="1" hasCustomPrompt="1"/>
          </p:nvPr>
        </p:nvSpPr>
        <p:spPr>
          <a:xfrm>
            <a:off x="457198" y="1508394"/>
            <a:ext cx="5425442" cy="2815956"/>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descr="Image placeholder">
            <a:extLst>
              <a:ext uri="{FF2B5EF4-FFF2-40B4-BE49-F238E27FC236}">
                <a16:creationId xmlns:a16="http://schemas.microsoft.com/office/drawing/2014/main" id="{F7874DD1-0CC4-368A-2336-D7B8829E6720}"/>
              </a:ext>
            </a:extLst>
          </p:cNvPr>
          <p:cNvSpPr>
            <a:spLocks noGrp="1"/>
          </p:cNvSpPr>
          <p:nvPr>
            <p:ph sz="quarter" idx="13" hasCustomPrompt="1"/>
          </p:nvPr>
        </p:nvSpPr>
        <p:spPr>
          <a:xfrm>
            <a:off x="6098400" y="0"/>
            <a:ext cx="3045600" cy="5143499"/>
          </a:xfrm>
          <a:prstGeom prst="rect">
            <a:avLst/>
          </a:prstGeom>
          <a:solidFill>
            <a:schemeClr val="tx1">
              <a:lumMod val="50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4" name="Footer Placeholder 3">
            <a:extLst>
              <a:ext uri="{FF2B5EF4-FFF2-40B4-BE49-F238E27FC236}">
                <a16:creationId xmlns:a16="http://schemas.microsoft.com/office/drawing/2014/main" id="{5CCB710F-3CCF-3B7E-3628-1ABE44D68E7A}"/>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4CA8A89A-9E58-705F-6B28-FD2DC9C7F69B}"/>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2120494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accent1"/>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6" name="Footer Placeholder 5">
            <a:extLst>
              <a:ext uri="{FF2B5EF4-FFF2-40B4-BE49-F238E27FC236}">
                <a16:creationId xmlns:a16="http://schemas.microsoft.com/office/drawing/2014/main" id="{F9AFD0C5-A8C0-C757-0E3A-4B8617243EDA}"/>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4CCDEED3-4ED7-83E9-DDFD-DAEB86E713F3}"/>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299936610"/>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genda slide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89A397-BFF7-F66A-0AF8-332429A59822}"/>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accent1"/>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7" name="Footer Placeholder 6">
            <a:extLst>
              <a:ext uri="{FF2B5EF4-FFF2-40B4-BE49-F238E27FC236}">
                <a16:creationId xmlns:a16="http://schemas.microsoft.com/office/drawing/2014/main" id="{97C73477-AE26-FE8C-C7D9-018EF51039C3}"/>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956AD62B-3E3B-B867-E001-AFBB77CA6C5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373095315"/>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ection break with subhead">
    <p:spTree>
      <p:nvGrpSpPr>
        <p:cNvPr id="1" name=""/>
        <p:cNvGrpSpPr/>
        <p:nvPr/>
      </p:nvGrpSpPr>
      <p:grpSpPr>
        <a:xfrm>
          <a:off x="0" y="0"/>
          <a:ext cx="0" cy="0"/>
          <a:chOff x="0" y="0"/>
          <a:chExt cx="0" cy="0"/>
        </a:xfrm>
      </p:grpSpPr>
      <p:sp>
        <p:nvSpPr>
          <p:cNvPr id="3" name="Title placeholder"/>
          <p:cNvSpPr>
            <a:spLocks noGrp="1"/>
          </p:cNvSpPr>
          <p:nvPr>
            <p:ph type="title" hasCustomPrompt="1"/>
          </p:nvPr>
        </p:nvSpPr>
        <p:spPr>
          <a:xfrm>
            <a:off x="457197" y="2155230"/>
            <a:ext cx="8229601" cy="396597"/>
          </a:xfrm>
          <a:prstGeom prst="rect">
            <a:avLst/>
          </a:prstGeom>
        </p:spPr>
        <p:txBody>
          <a:bodyPr lIns="0" tIns="0" rIns="0" bIns="0" anchor="ctr" anchorCtr="0">
            <a:noAutofit/>
          </a:bodyPr>
          <a:lstStyle>
            <a:lvl1pPr algn="l">
              <a:lnSpc>
                <a:spcPts val="3400"/>
              </a:lnSpc>
              <a:defRPr sz="3400" b="0" baseline="0">
                <a:solidFill>
                  <a:schemeClr val="accent5"/>
                </a:solidFill>
              </a:defRPr>
            </a:lvl1pPr>
          </a:lstStyle>
          <a:p>
            <a:r>
              <a:rPr lang="en-US"/>
              <a:t>Click to edit section title</a:t>
            </a:r>
          </a:p>
        </p:txBody>
      </p:sp>
      <p:sp>
        <p:nvSpPr>
          <p:cNvPr id="7" name="Subhead placeholder">
            <a:extLst>
              <a:ext uri="{FF2B5EF4-FFF2-40B4-BE49-F238E27FC236}">
                <a16:creationId xmlns:a16="http://schemas.microsoft.com/office/drawing/2014/main" id="{1EF4D315-0037-21FE-3F91-14D2D04E7A7E}"/>
              </a:ext>
            </a:extLst>
          </p:cNvPr>
          <p:cNvSpPr>
            <a:spLocks noGrp="1"/>
          </p:cNvSpPr>
          <p:nvPr>
            <p:ph type="body" sz="quarter" idx="14" hasCustomPrompt="1"/>
          </p:nvPr>
        </p:nvSpPr>
        <p:spPr>
          <a:xfrm>
            <a:off x="457198" y="2752292"/>
            <a:ext cx="8229600" cy="270090"/>
          </a:xfrm>
          <a:prstGeom prst="rect">
            <a:avLst/>
          </a:prstGeom>
        </p:spPr>
        <p:txBody>
          <a:bodyPr lIns="0" tIns="0" rIns="0" bIns="0"/>
          <a:lstStyle>
            <a:lvl1pPr marL="0" indent="0">
              <a:lnSpc>
                <a:spcPts val="1600"/>
              </a:lnSpc>
              <a:defRPr>
                <a:solidFill>
                  <a:schemeClr val="accent5"/>
                </a:solidFill>
                <a:latin typeface="+mj-lt"/>
              </a:defRPr>
            </a:lvl1pPr>
          </a:lstStyle>
          <a:p>
            <a:pPr lvl="0"/>
            <a:r>
              <a:rPr lang="en-GB"/>
              <a:t>Click to edit subhead</a:t>
            </a:r>
            <a:endParaRPr lang="en-PL"/>
          </a:p>
        </p:txBody>
      </p:sp>
      <p:sp>
        <p:nvSpPr>
          <p:cNvPr id="8" name="Footer Placeholder 7">
            <a:extLst>
              <a:ext uri="{FF2B5EF4-FFF2-40B4-BE49-F238E27FC236}">
                <a16:creationId xmlns:a16="http://schemas.microsoft.com/office/drawing/2014/main" id="{443626D6-F71A-A6C5-FADC-D0E0103428C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68C04D41-B75D-1285-AA92-EECD26B8D642}"/>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52076397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ection break for longer copy">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accent5"/>
                </a:solidFill>
              </a:defRPr>
            </a:lvl1pPr>
          </a:lstStyle>
          <a:p>
            <a:r>
              <a:rPr lang="en-US"/>
              <a:t>Click to edit </a:t>
            </a:r>
            <a:br>
              <a:rPr lang="en-US"/>
            </a:br>
            <a:r>
              <a:rPr lang="en-US"/>
              <a:t>quote/lead or other</a:t>
            </a:r>
            <a:br>
              <a:rPr lang="en-US"/>
            </a:br>
            <a:r>
              <a:rPr lang="en-US"/>
              <a:t>text that is in 3 lines</a:t>
            </a:r>
          </a:p>
        </p:txBody>
      </p:sp>
      <p:sp>
        <p:nvSpPr>
          <p:cNvPr id="7" name="Footer Placeholder 6">
            <a:extLst>
              <a:ext uri="{FF2B5EF4-FFF2-40B4-BE49-F238E27FC236}">
                <a16:creationId xmlns:a16="http://schemas.microsoft.com/office/drawing/2014/main" id="{3C8521EE-C326-976B-69A5-A00E6FC7DD2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54C7D64-F28B-616F-AB18-2A9E5A08DAE1}"/>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46907444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2C8286D9-35F7-7D06-11A7-849A4DF8E211}"/>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tx1">
              <a:lumMod val="50000"/>
            </a:schemeClr>
          </a:solidFill>
        </p:spPr>
        <p:txBody>
          <a:bodyPr/>
          <a:lstStyle>
            <a:lvl1pPr>
              <a:defRPr sz="1200"/>
            </a:lvl1pPr>
          </a:lstStyle>
          <a:p>
            <a:r>
              <a:rPr lang="en-US"/>
              <a:t>Click icon to add picture</a:t>
            </a:r>
          </a:p>
        </p:txBody>
      </p:sp>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accent5"/>
                </a:solidFill>
              </a:defRPr>
            </a:lvl1pPr>
          </a:lstStyle>
          <a:p>
            <a:r>
              <a:rPr lang="en-US"/>
              <a:t>Click to edit </a:t>
            </a:r>
            <a:br>
              <a:rPr lang="en-US"/>
            </a:br>
            <a:r>
              <a:rPr lang="en-US"/>
              <a:t>quote/lead or other</a:t>
            </a:r>
            <a:br>
              <a:rPr lang="en-US"/>
            </a:br>
            <a:r>
              <a:rPr lang="en-US"/>
              <a:t>text that is in 3 lines</a:t>
            </a:r>
          </a:p>
        </p:txBody>
      </p:sp>
      <p:sp>
        <p:nvSpPr>
          <p:cNvPr id="8" name="Footer Placeholder 7">
            <a:extLst>
              <a:ext uri="{FF2B5EF4-FFF2-40B4-BE49-F238E27FC236}">
                <a16:creationId xmlns:a16="http://schemas.microsoft.com/office/drawing/2014/main" id="{8A7E48CF-F7EF-9503-0E14-489C1FB58E3A}"/>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44E29097-003B-62E9-F757-27AEAB8DA791}"/>
              </a:ext>
              <a:ext uri="{C183D7F6-B498-43B3-948B-1728B52AA6E4}">
                <adec:decorative xmlns:adec="http://schemas.microsoft.com/office/drawing/2017/decorative" val="1"/>
              </a:ext>
            </a:extLst>
          </p:cNvPr>
          <p:cNvSpPr>
            <a:spLocks noGrp="1"/>
          </p:cNvSpPr>
          <p:nvPr>
            <p:ph type="sldNum" sz="quarter" idx="19"/>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215123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sketche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7FB687-76FF-D941-E0D1-48A95619975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accent5"/>
                </a:solidFill>
              </a:defRPr>
            </a:lvl1pPr>
          </a:lstStyle>
          <a:p>
            <a:r>
              <a:rPr lang="en-US"/>
              <a:t>Click to edit </a:t>
            </a:r>
            <a:br>
              <a:rPr lang="en-US"/>
            </a:br>
            <a:r>
              <a:rPr lang="en-US"/>
              <a:t>quote/lead or other</a:t>
            </a:r>
            <a:br>
              <a:rPr lang="en-US"/>
            </a:br>
            <a:r>
              <a:rPr lang="en-US"/>
              <a:t>text that is in 3 lines</a:t>
            </a:r>
          </a:p>
        </p:txBody>
      </p:sp>
      <p:sp>
        <p:nvSpPr>
          <p:cNvPr id="5" name="Footer Placeholder 4">
            <a:extLst>
              <a:ext uri="{FF2B5EF4-FFF2-40B4-BE49-F238E27FC236}">
                <a16:creationId xmlns:a16="http://schemas.microsoft.com/office/drawing/2014/main" id="{307C3940-8990-640D-5FE9-500EED7E116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6" name="Slide Number Placeholder 5">
            <a:extLst>
              <a:ext uri="{FF2B5EF4-FFF2-40B4-BE49-F238E27FC236}">
                <a16:creationId xmlns:a16="http://schemas.microsoft.com/office/drawing/2014/main" id="{3CD77A5D-3237-2B25-ADF6-410A87590F8F}"/>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61916338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Advancing Energy Tech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8E2A70-27FD-7331-D298-00F062D0859B}"/>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10" name="Oval 9">
            <a:extLst>
              <a:ext uri="{FF2B5EF4-FFF2-40B4-BE49-F238E27FC236}">
                <a16:creationId xmlns:a16="http://schemas.microsoft.com/office/drawing/2014/main" id="{EBDA8164-F715-E8C8-775C-34E5080D3DFB}"/>
              </a:ext>
              <a:ext uri="{C183D7F6-B498-43B3-948B-1728B52AA6E4}">
                <adec:decorative xmlns:adec="http://schemas.microsoft.com/office/drawing/2017/decorative" val="1"/>
              </a:ext>
            </a:extLst>
          </p:cNvPr>
          <p:cNvSpPr/>
          <p:nvPr userDrawn="1"/>
        </p:nvSpPr>
        <p:spPr>
          <a:xfrm>
            <a:off x="6060733" y="1262023"/>
            <a:ext cx="1806130" cy="1450949"/>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BA74126-5639-875C-1C87-CF17CB72DB42}"/>
              </a:ext>
            </a:extLst>
          </p:cNvPr>
          <p:cNvSpPr txBox="1"/>
          <p:nvPr userDrawn="1"/>
        </p:nvSpPr>
        <p:spPr>
          <a:xfrm>
            <a:off x="1630109" y="2233745"/>
            <a:ext cx="5883782" cy="615553"/>
          </a:xfrm>
          <a:prstGeom prst="rect">
            <a:avLst/>
          </a:prstGeom>
          <a:noFill/>
        </p:spPr>
        <p:txBody>
          <a:bodyPr wrap="square">
            <a:spAutoFit/>
          </a:bodyPr>
          <a:lstStyle/>
          <a:p>
            <a:pPr algn="ctr"/>
            <a:r>
              <a:rPr lang="en-US" sz="3400" b="0" kern="1200" baseline="0">
                <a:solidFill>
                  <a:schemeClr val="accent5"/>
                </a:solidFill>
                <a:latin typeface="+mj-lt"/>
                <a:ea typeface="+mj-ea"/>
                <a:cs typeface="Arial"/>
              </a:rPr>
              <a:t>Advancing Energy</a:t>
            </a:r>
            <a:r>
              <a:rPr lang="en-US" sz="3400" b="0" kern="1200" baseline="0">
                <a:solidFill>
                  <a:schemeClr val="accent5"/>
                </a:solidFill>
                <a:latin typeface="+mj-lt"/>
                <a:ea typeface="+mn-ea"/>
                <a:cs typeface="Arial"/>
              </a:rPr>
              <a:t> </a:t>
            </a:r>
            <a:r>
              <a:rPr lang="en-US" sz="3400" b="0" kern="1200" baseline="0">
                <a:solidFill>
                  <a:schemeClr val="accent5"/>
                </a:solidFill>
                <a:latin typeface="+mj-lt"/>
                <a:ea typeface="+mj-ea"/>
                <a:cs typeface="Arial"/>
              </a:rPr>
              <a:t>Tech</a:t>
            </a:r>
          </a:p>
        </p:txBody>
      </p:sp>
      <p:sp>
        <p:nvSpPr>
          <p:cNvPr id="4" name="Footer Placeholder 3">
            <a:extLst>
              <a:ext uri="{FF2B5EF4-FFF2-40B4-BE49-F238E27FC236}">
                <a16:creationId xmlns:a16="http://schemas.microsoft.com/office/drawing/2014/main" id="{78D35692-8A35-2FEA-1996-DE57ED0DBF9F}"/>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630C606C-C7E6-2192-B2C7-AEE1819DFE3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24107528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7" name="se.com capsule" descr="SE.com CTA&#10;">
            <a:hlinkClick r:id="rId2"/>
            <a:extLst>
              <a:ext uri="{FF2B5EF4-FFF2-40B4-BE49-F238E27FC236}">
                <a16:creationId xmlns:a16="http://schemas.microsoft.com/office/drawing/2014/main" id="{E1E1529A-0E44-3BA2-8E24-2790BDA61571}"/>
              </a:ext>
            </a:extLst>
          </p:cNvPr>
          <p:cNvSpPr/>
          <p:nvPr userDrawn="1"/>
        </p:nvSpPr>
        <p:spPr>
          <a:xfrm>
            <a:off x="457198" y="4156075"/>
            <a:ext cx="1103804" cy="323850"/>
          </a:xfrm>
          <a:prstGeom prst="roundRect">
            <a:avLst>
              <a:gd name="adj" fmla="val 50000"/>
            </a:avLst>
          </a:prstGeom>
          <a:noFill/>
          <a:ln w="9525" cap="flat" cmpd="sng" algn="ctr">
            <a:solidFill>
              <a:srgbClr val="3DCD58"/>
            </a:solidFill>
            <a:prstDash val="solid"/>
          </a:ln>
          <a:effectLst/>
        </p:spPr>
        <p:txBody>
          <a:bodyPr lIns="0" tIns="0" rIns="0" bIns="18000" rtlCol="0" anchor="ctr"/>
          <a:lstStyle/>
          <a:p>
            <a:pPr marL="0" marR="0" lvl="0" indent="0" algn="ctr" defTabSz="457184"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chemeClr val="accent5"/>
                </a:solidFill>
                <a:effectLst/>
                <a:uLnTx/>
                <a:uFillTx/>
                <a:latin typeface="+mj-lt"/>
              </a:rPr>
              <a:t>s</a:t>
            </a:r>
            <a:r>
              <a:rPr kumimoji="0" lang="en-PL" sz="1400" b="0" i="0" u="none" strike="noStrike" kern="0" cap="none" spc="0" normalizeH="0" baseline="0" noProof="0">
                <a:ln>
                  <a:noFill/>
                </a:ln>
                <a:solidFill>
                  <a:schemeClr val="accent5"/>
                </a:solidFill>
                <a:effectLst/>
                <a:uLnTx/>
                <a:uFillTx/>
                <a:latin typeface="+mj-lt"/>
              </a:rPr>
              <a:t>e.com</a:t>
            </a:r>
          </a:p>
        </p:txBody>
      </p:sp>
      <p:sp>
        <p:nvSpPr>
          <p:cNvPr id="16" name="TextBox 15">
            <a:extLst>
              <a:ext uri="{FF2B5EF4-FFF2-40B4-BE49-F238E27FC236}">
                <a16:creationId xmlns:a16="http://schemas.microsoft.com/office/drawing/2014/main" id="{380DA468-9734-3831-CC35-7DFF4689E082}"/>
              </a:ext>
            </a:extLst>
          </p:cNvPr>
          <p:cNvSpPr txBox="1"/>
          <p:nvPr userDrawn="1"/>
        </p:nvSpPr>
        <p:spPr>
          <a:xfrm>
            <a:off x="2240686" y="4041000"/>
            <a:ext cx="4563070" cy="492443"/>
          </a:xfrm>
          <a:prstGeom prst="rect">
            <a:avLst/>
          </a:prstGeom>
          <a:noFill/>
        </p:spPr>
        <p:txBody>
          <a:bodyPr wrap="square" lIns="0" tIns="0" rIns="0" bIns="0" rtlCol="0">
            <a:spAutoFit/>
          </a:bodyPr>
          <a:lstStyle/>
          <a:p>
            <a:pPr marL="179381" marR="0" lvl="1" indent="0" algn="ctr" defTabSz="447659" rtl="0" eaLnBrk="1" fontAlgn="auto" latinLnBrk="0" hangingPunct="1">
              <a:lnSpc>
                <a:spcPct val="100000"/>
              </a:lnSpc>
              <a:spcBef>
                <a:spcPts val="1100"/>
              </a:spcBef>
              <a:spcAft>
                <a:spcPts val="500"/>
              </a:spcAft>
              <a:buClr>
                <a:srgbClr val="36C746"/>
              </a:buClr>
              <a:buSzTx/>
              <a:buFont typeface="Arial" pitchFamily="34" charset="0"/>
              <a:buNone/>
              <a:tabLst/>
              <a:defRPr/>
            </a:pPr>
            <a:r>
              <a:rPr kumimoji="0" lang="en-US" sz="800" b="0" i="0" u="none" strike="noStrike" kern="1200" cap="none" spc="0" normalizeH="0" baseline="0" noProof="0">
                <a:ln>
                  <a:noFill/>
                </a:ln>
                <a:solidFill>
                  <a:schemeClr val="accent5"/>
                </a:solidFill>
                <a:effectLst/>
                <a:uLnTx/>
                <a:uFillTx/>
                <a:latin typeface="+mn-lt"/>
                <a:cs typeface="Arial"/>
              </a:rPr>
              <a:t>©2026 Schneider Electric. All Rights Reserved. </a:t>
            </a:r>
            <a:br>
              <a:rPr kumimoji="0" lang="en-US" sz="800" b="0" i="0" u="none" strike="noStrike" kern="1200" cap="none" spc="0" normalizeH="0" baseline="0" noProof="0">
                <a:ln>
                  <a:noFill/>
                </a:ln>
                <a:solidFill>
                  <a:schemeClr val="accent5"/>
                </a:solidFill>
                <a:effectLst/>
                <a:uLnTx/>
                <a:uFillTx/>
                <a:latin typeface="+mn-lt"/>
                <a:cs typeface="Arial"/>
              </a:rPr>
            </a:br>
            <a:r>
              <a:rPr kumimoji="0" lang="en-US" sz="800" b="0" i="0" u="none" strike="noStrike" kern="1200" cap="none" spc="0" normalizeH="0" baseline="0" noProof="0">
                <a:ln>
                  <a:noFill/>
                </a:ln>
                <a:solidFill>
                  <a:schemeClr val="accent5"/>
                </a:solidFill>
                <a:effectLst/>
                <a:uLnTx/>
                <a:uFillTx/>
                <a:latin typeface="+mn-lt"/>
                <a:cs typeface="Arial"/>
              </a:rPr>
              <a:t>Schneider Electric trademark</a:t>
            </a:r>
            <a:r>
              <a:rPr lang="en-US" sz="800">
                <a:solidFill>
                  <a:schemeClr val="accent5"/>
                </a:solidFill>
                <a:latin typeface="+mn-lt"/>
                <a:cs typeface="Arial"/>
              </a:rPr>
              <a:t> </a:t>
            </a:r>
            <a:r>
              <a:rPr kumimoji="0" lang="en-US" sz="800" b="0" i="0" u="none" strike="noStrike" kern="1200" cap="none" spc="0" normalizeH="0" baseline="0" noProof="0">
                <a:ln>
                  <a:noFill/>
                </a:ln>
                <a:solidFill>
                  <a:schemeClr val="accent5"/>
                </a:solidFill>
                <a:effectLst/>
                <a:uLnTx/>
                <a:uFillTx/>
                <a:latin typeface="+mn-lt"/>
                <a:cs typeface="Arial"/>
              </a:rPr>
              <a:t>is the property of Schneider Electric, </a:t>
            </a:r>
            <a:br>
              <a:rPr kumimoji="0" lang="en-US" sz="800" b="0" i="0" u="none" strike="noStrike" kern="1200" cap="none" spc="0" normalizeH="0" baseline="0" noProof="0">
                <a:ln>
                  <a:noFill/>
                </a:ln>
                <a:solidFill>
                  <a:schemeClr val="accent5"/>
                </a:solidFill>
                <a:effectLst/>
                <a:uLnTx/>
                <a:uFillTx/>
                <a:latin typeface="+mn-lt"/>
                <a:cs typeface="Arial"/>
              </a:rPr>
            </a:br>
            <a:r>
              <a:rPr kumimoji="0" lang="en-US" sz="800" b="0" i="0" u="none" strike="noStrike" kern="1200" cap="none" spc="0" normalizeH="0" baseline="0" noProof="0">
                <a:ln>
                  <a:noFill/>
                </a:ln>
                <a:solidFill>
                  <a:schemeClr val="accent5"/>
                </a:solidFill>
                <a:effectLst/>
                <a:uLnTx/>
                <a:uFillTx/>
                <a:latin typeface="+mn-lt"/>
                <a:cs typeface="Arial"/>
              </a:rPr>
              <a:t>its subsidiaries, and affiliated companies.</a:t>
            </a:r>
            <a:br>
              <a:rPr kumimoji="0" lang="en-US" sz="800" b="0" i="0" u="none" strike="noStrike" kern="1200" cap="none" spc="0" normalizeH="0" baseline="0" noProof="0">
                <a:ln>
                  <a:noFill/>
                </a:ln>
                <a:solidFill>
                  <a:schemeClr val="accent5"/>
                </a:solidFill>
                <a:effectLst/>
                <a:uLnTx/>
                <a:uFillTx/>
                <a:latin typeface="+mn-lt"/>
                <a:cs typeface="Arial"/>
              </a:rPr>
            </a:br>
            <a:r>
              <a:rPr kumimoji="0" lang="en-US" sz="800" b="0" i="0" u="none" strike="noStrike" kern="1200" cap="none" spc="0" normalizeH="0" baseline="0" noProof="0">
                <a:ln>
                  <a:noFill/>
                </a:ln>
                <a:solidFill>
                  <a:schemeClr val="accent5"/>
                </a:solidFill>
                <a:effectLst/>
                <a:uLnTx/>
                <a:uFillTx/>
                <a:latin typeface="+mn-lt"/>
                <a:cs typeface="Arial"/>
              </a:rPr>
              <a:t>All other trademarks are the property of their respective owners</a:t>
            </a:r>
          </a:p>
        </p:txBody>
      </p:sp>
      <p:pic>
        <p:nvPicPr>
          <p:cNvPr id="8" name="facebook icon" descr="Facebook icon">
            <a:hlinkClick r:id="rId3"/>
            <a:extLst>
              <a:ext uri="{FF2B5EF4-FFF2-40B4-BE49-F238E27FC236}">
                <a16:creationId xmlns:a16="http://schemas.microsoft.com/office/drawing/2014/main" id="{7E1C6BE9-7538-6CAC-0B3A-1579B56EEE2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983168" y="4217281"/>
            <a:ext cx="201437" cy="201438"/>
          </a:xfrm>
          <a:prstGeom prst="rect">
            <a:avLst/>
          </a:prstGeom>
        </p:spPr>
      </p:pic>
      <p:pic>
        <p:nvPicPr>
          <p:cNvPr id="11" name="Linkedin icon" descr="LinkedIn icon">
            <a:hlinkClick r:id="rId5"/>
            <a:extLst>
              <a:ext uri="{FF2B5EF4-FFF2-40B4-BE49-F238E27FC236}">
                <a16:creationId xmlns:a16="http://schemas.microsoft.com/office/drawing/2014/main" id="{F51D168B-CBC4-E864-5AAA-2E3CAF556CE3}"/>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7290131" y="4232776"/>
            <a:ext cx="201437" cy="170448"/>
          </a:xfrm>
          <a:prstGeom prst="rect">
            <a:avLst/>
          </a:prstGeom>
        </p:spPr>
      </p:pic>
      <p:pic>
        <p:nvPicPr>
          <p:cNvPr id="12" name="YouTube icon" descr="YouTube icon">
            <a:hlinkClick r:id="rId7"/>
            <a:extLst>
              <a:ext uri="{FF2B5EF4-FFF2-40B4-BE49-F238E27FC236}">
                <a16:creationId xmlns:a16="http://schemas.microsoft.com/office/drawing/2014/main" id="{68577729-8372-9CDC-3225-4F726E44C919}"/>
              </a:ext>
            </a:extLst>
          </p:cNvPr>
          <p:cNvPicPr>
            <a:picLocks noChangeAspect="1"/>
          </p:cNvPicPr>
          <p:nvPr userDrawn="1"/>
        </p:nvPicPr>
        <p:blipFill>
          <a:blip>
            <a:extLst>
              <a:ext uri="{96DAC541-7B7A-43D3-8B79-37D633B846F1}">
                <asvg:svgBlip xmlns:asvg="http://schemas.microsoft.com/office/drawing/2016/SVG/main" r:embed="rId8"/>
              </a:ext>
            </a:extLst>
          </a:blip>
          <a:srcRect/>
          <a:stretch/>
        </p:blipFill>
        <p:spPr>
          <a:xfrm>
            <a:off x="7597094" y="4242028"/>
            <a:ext cx="221581" cy="151942"/>
          </a:xfrm>
          <a:prstGeom prst="rect">
            <a:avLst/>
          </a:prstGeom>
        </p:spPr>
      </p:pic>
      <p:pic>
        <p:nvPicPr>
          <p:cNvPr id="13" name="X icon" descr="Twitter/X icon">
            <a:hlinkClick r:id="rId9"/>
            <a:extLst>
              <a:ext uri="{FF2B5EF4-FFF2-40B4-BE49-F238E27FC236}">
                <a16:creationId xmlns:a16="http://schemas.microsoft.com/office/drawing/2014/main" id="{EAD5DFC1-E4C6-871E-0E68-BB043383E919}"/>
              </a:ext>
            </a:extLst>
          </p:cNvPr>
          <p:cNvPicPr>
            <a:picLocks noChangeAspect="1"/>
          </p:cNvPicPr>
          <p:nvPr userDrawn="1"/>
        </p:nvPicPr>
        <p:blipFill>
          <a:blip>
            <a:extLst>
              <a:ext uri="{96DAC541-7B7A-43D3-8B79-37D633B846F1}">
                <asvg:svgBlip xmlns:asvg="http://schemas.microsoft.com/office/drawing/2016/SVG/main" r:embed="rId10"/>
              </a:ext>
            </a:extLst>
          </a:blip>
          <a:srcRect/>
          <a:stretch/>
        </p:blipFill>
        <p:spPr>
          <a:xfrm>
            <a:off x="7926199" y="4226075"/>
            <a:ext cx="179853" cy="183850"/>
          </a:xfrm>
          <a:prstGeom prst="rect">
            <a:avLst/>
          </a:prstGeom>
        </p:spPr>
      </p:pic>
      <p:pic>
        <p:nvPicPr>
          <p:cNvPr id="14" name="Instagram icon" descr="Instagram icon">
            <a:hlinkClick r:id="rId11"/>
            <a:extLst>
              <a:ext uri="{FF2B5EF4-FFF2-40B4-BE49-F238E27FC236}">
                <a16:creationId xmlns:a16="http://schemas.microsoft.com/office/drawing/2014/main" id="{A3B56502-78F0-ECFE-454F-D959B8994BDB}"/>
              </a:ext>
            </a:extLst>
          </p:cNvPr>
          <p:cNvPicPr>
            <a:picLocks noChangeAspect="1"/>
          </p:cNvPicPr>
          <p:nvPr userDrawn="1"/>
        </p:nvPicPr>
        <p:blipFill>
          <a:blip>
            <a:extLst>
              <a:ext uri="{96DAC541-7B7A-43D3-8B79-37D633B846F1}">
                <asvg:svgBlip xmlns:asvg="http://schemas.microsoft.com/office/drawing/2016/SVG/main" r:embed="rId12"/>
              </a:ext>
            </a:extLst>
          </a:blip>
          <a:srcRect/>
          <a:stretch/>
        </p:blipFill>
        <p:spPr>
          <a:xfrm>
            <a:off x="8213576" y="4226075"/>
            <a:ext cx="183849" cy="183850"/>
          </a:xfrm>
          <a:prstGeom prst="rect">
            <a:avLst/>
          </a:prstGeom>
        </p:spPr>
      </p:pic>
      <p:pic>
        <p:nvPicPr>
          <p:cNvPr id="15" name="SE blog icon" descr="SE Blog icon&#10;">
            <a:hlinkClick r:id="rId13"/>
            <a:extLst>
              <a:ext uri="{FF2B5EF4-FFF2-40B4-BE49-F238E27FC236}">
                <a16:creationId xmlns:a16="http://schemas.microsoft.com/office/drawing/2014/main" id="{4A1EF6C2-8985-125D-8994-A171A7815917}"/>
              </a:ext>
            </a:extLst>
          </p:cNvPr>
          <p:cNvPicPr>
            <a:picLocks noChangeAspect="1"/>
          </p:cNvPicPr>
          <p:nvPr userDrawn="1"/>
        </p:nvPicPr>
        <p:blipFill>
          <a:blip>
            <a:extLst>
              <a:ext uri="{96DAC541-7B7A-43D3-8B79-37D633B846F1}">
                <asvg:svgBlip xmlns:asvg="http://schemas.microsoft.com/office/drawing/2016/SVG/main" r:embed="rId14"/>
              </a:ext>
            </a:extLst>
          </a:blip>
          <a:srcRect/>
          <a:stretch/>
        </p:blipFill>
        <p:spPr>
          <a:xfrm>
            <a:off x="8502951" y="4226075"/>
            <a:ext cx="183849" cy="183850"/>
          </a:xfrm>
          <a:prstGeom prst="rect">
            <a:avLst/>
          </a:prstGeom>
        </p:spPr>
      </p:pic>
      <p:sp>
        <p:nvSpPr>
          <p:cNvPr id="2" name="Rectangle 1">
            <a:extLst>
              <a:ext uri="{FF2B5EF4-FFF2-40B4-BE49-F238E27FC236}">
                <a16:creationId xmlns:a16="http://schemas.microsoft.com/office/drawing/2014/main" id="{271B6E44-1B65-91A3-392A-22AB2259F3A6}"/>
              </a:ext>
              <a:ext uri="{C183D7F6-B498-43B3-948B-1728B52AA6E4}">
                <adec:decorative xmlns:adec="http://schemas.microsoft.com/office/drawing/2017/decorative" val="1"/>
              </a:ext>
            </a:extLst>
          </p:cNvPr>
          <p:cNvSpPr/>
          <p:nvPr userDrawn="1"/>
        </p:nvSpPr>
        <p:spPr>
          <a:xfrm>
            <a:off x="7491568" y="4533443"/>
            <a:ext cx="1652432" cy="6100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18EB856C-EC88-984B-D986-26C75786BE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15"/>
              </a:ext>
            </a:extLst>
          </a:blip>
          <a:srcRect/>
          <a:stretch/>
        </p:blipFill>
        <p:spPr>
          <a:xfrm>
            <a:off x="3291114" y="2192229"/>
            <a:ext cx="2561770" cy="759042"/>
          </a:xfrm>
          <a:prstGeom prst="rect">
            <a:avLst/>
          </a:prstGeom>
        </p:spPr>
      </p:pic>
    </p:spTree>
    <p:extLst>
      <p:ext uri="{BB962C8B-B14F-4D97-AF65-F5344CB8AC3E}">
        <p14:creationId xmlns:p14="http://schemas.microsoft.com/office/powerpoint/2010/main" val="229369814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slide simp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EF2642-A114-AFE4-0E53-8C3246A1C75C}"/>
              </a:ext>
              <a:ext uri="{C183D7F6-B498-43B3-948B-1728B52AA6E4}">
                <adec:decorative xmlns:adec="http://schemas.microsoft.com/office/drawing/2017/decorative" val="1"/>
              </a:ext>
            </a:extLst>
          </p:cNvPr>
          <p:cNvPicPr>
            <a:picLocks noChangeAspect="1"/>
          </p:cNvPicPr>
          <p:nvPr userDrawn="1"/>
        </p:nvPicPr>
        <p:blipFill>
          <a:blip r:embed="rId2"/>
          <a:srcRect l="1166" t="3889" r="827" b="4229"/>
          <a:stretch>
            <a:fillRect/>
          </a:stretch>
        </p:blipFill>
        <p:spPr>
          <a:xfrm>
            <a:off x="0" y="0"/>
            <a:ext cx="9144000" cy="5143500"/>
          </a:xfrm>
          <a:prstGeom prst="rect">
            <a:avLst/>
          </a:prstGeom>
        </p:spPr>
      </p:pic>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8291515" cy="710404"/>
          </a:xfrm>
          <a:prstGeom prst="rect">
            <a:avLst/>
          </a:prstGeom>
        </p:spPr>
        <p:txBody>
          <a:bodyPr wrap="none" lIns="0" tIns="0" rIns="0" bIns="0" anchor="t" anchorCtr="0">
            <a:noAutofit/>
          </a:bodyPr>
          <a:lstStyle>
            <a:lvl1pPr marL="0" indent="0" algn="l">
              <a:lnSpc>
                <a:spcPts val="3200"/>
              </a:lnSpc>
              <a:buFont typeface="Arial"/>
              <a:buNone/>
              <a:defRPr sz="2800" b="0">
                <a:solidFill>
                  <a:schemeClr val="accent5"/>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accent5"/>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2" name="Picture 8">
            <a:extLst>
              <a:ext uri="{FF2B5EF4-FFF2-40B4-BE49-F238E27FC236}">
                <a16:creationId xmlns:a16="http://schemas.microsoft.com/office/drawing/2014/main" id="{BAECC792-CA14-C7A4-30D4-B617C45AFF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7710646" y="4687803"/>
            <a:ext cx="976154" cy="289230"/>
          </a:xfrm>
          <a:prstGeom prst="rect">
            <a:avLst/>
          </a:prstGeom>
        </p:spPr>
      </p:pic>
      <p:sp>
        <p:nvSpPr>
          <p:cNvPr id="4" name="Footer Placeholder 3">
            <a:extLst>
              <a:ext uri="{FF2B5EF4-FFF2-40B4-BE49-F238E27FC236}">
                <a16:creationId xmlns:a16="http://schemas.microsoft.com/office/drawing/2014/main" id="{6668E0CD-5241-CF25-0D1A-1451CD3AB63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392040526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
        <p:nvSpPr>
          <p:cNvPr id="6" name="Title 5">
            <a:extLst>
              <a:ext uri="{FF2B5EF4-FFF2-40B4-BE49-F238E27FC236}">
                <a16:creationId xmlns:a16="http://schemas.microsoft.com/office/drawing/2014/main" id="{8D0D8A4D-3C08-ED9C-B2F5-76F635F375B2}"/>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515429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One column two line headlin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a:xfrm>
            <a:off x="457197" y="425871"/>
            <a:ext cx="8229601" cy="612036"/>
          </a:xfrm>
        </p:spPr>
        <p:txBody>
          <a:bodyPr/>
          <a:lstStyle/>
          <a:p>
            <a:r>
              <a:rPr lang="en-US"/>
              <a:t>Click to edit</a:t>
            </a:r>
            <a:br>
              <a:rPr lang="en-US"/>
            </a:br>
            <a:r>
              <a:rPr lang="en-US"/>
              <a:t>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1167680"/>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1170845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lide Offer comm">
    <p:spTree>
      <p:nvGrpSpPr>
        <p:cNvPr id="1" name=""/>
        <p:cNvGrpSpPr/>
        <p:nvPr/>
      </p:nvGrpSpPr>
      <p:grpSpPr>
        <a:xfrm>
          <a:off x="0" y="0"/>
          <a:ext cx="0" cy="0"/>
          <a:chOff x="0" y="0"/>
          <a:chExt cx="0" cy="0"/>
        </a:xfrm>
      </p:grpSpPr>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29358"/>
            <a:ext cx="4114803" cy="716459"/>
          </a:xfrm>
          <a:prstGeom prst="rect">
            <a:avLst/>
          </a:prstGeom>
        </p:spPr>
        <p:txBody>
          <a:bodyPr wrap="none" lIns="0" tIns="0" rIns="0" bIns="0" anchor="t" anchorCtr="0">
            <a:noAutofit/>
          </a:bodyPr>
          <a:lstStyle>
            <a:lvl1pPr marL="0" indent="0" algn="l">
              <a:lnSpc>
                <a:spcPts val="3200"/>
              </a:lnSpc>
              <a:buFont typeface="Arial"/>
              <a:buNone/>
              <a:defRPr sz="2800" b="0">
                <a:solidFill>
                  <a:schemeClr val="accent5"/>
                </a:solidFill>
              </a:defRPr>
            </a:lvl1pPr>
          </a:lstStyle>
          <a:p>
            <a:r>
              <a:rPr lang="en-US"/>
              <a:t>Presentation </a:t>
            </a:r>
            <a:br>
              <a:rPr lang="en-US"/>
            </a:br>
            <a:r>
              <a:rPr lang="en-US"/>
              <a:t>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4114803" cy="215444"/>
          </a:xfrm>
          <a:prstGeom prst="rect">
            <a:avLst/>
          </a:prstGeom>
        </p:spPr>
        <p:txBody>
          <a:bodyPr lIns="0" tIns="0" rIns="0" bIns="0">
            <a:noAutofit/>
          </a:bodyPr>
          <a:lstStyle>
            <a:lvl1pPr marL="0" indent="0" algn="l">
              <a:buNone/>
              <a:defRPr sz="1600" baseline="0">
                <a:solidFill>
                  <a:schemeClr val="accent5"/>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4114803"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5" name="Picture 8">
            <a:extLst>
              <a:ext uri="{FF2B5EF4-FFF2-40B4-BE49-F238E27FC236}">
                <a16:creationId xmlns:a16="http://schemas.microsoft.com/office/drawing/2014/main" id="{36D14F70-2122-EE32-0ED1-D31B12D1D7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12" name="Picture Placeholder 11">
            <a:extLst>
              <a:ext uri="{FF2B5EF4-FFF2-40B4-BE49-F238E27FC236}">
                <a16:creationId xmlns:a16="http://schemas.microsoft.com/office/drawing/2014/main" id="{6F0A24E5-CBCF-AFA0-A6A9-0FB50E5B9D51}"/>
              </a:ext>
              <a:ext uri="{C183D7F6-B498-43B3-948B-1728B52AA6E4}">
                <adec:decorative xmlns:adec="http://schemas.microsoft.com/office/drawing/2017/decorative" val="1"/>
              </a:ext>
            </a:extLst>
          </p:cNvPr>
          <p:cNvSpPr>
            <a:spLocks noGrp="1"/>
          </p:cNvSpPr>
          <p:nvPr>
            <p:ph type="pic" sz="quarter" idx="17"/>
          </p:nvPr>
        </p:nvSpPr>
        <p:spPr>
          <a:xfrm>
            <a:off x="4873880" y="1728216"/>
            <a:ext cx="3438016" cy="1416622"/>
          </a:xfrm>
          <a:noFill/>
        </p:spPr>
        <p:txBody>
          <a:bodyPr/>
          <a:lstStyle/>
          <a:p>
            <a:r>
              <a:rPr lang="en-US"/>
              <a:t>Click icon to add picture</a:t>
            </a:r>
          </a:p>
        </p:txBody>
      </p:sp>
      <p:sp>
        <p:nvSpPr>
          <p:cNvPr id="15" name="Graphic 2">
            <a:extLst>
              <a:ext uri="{FF2B5EF4-FFF2-40B4-BE49-F238E27FC236}">
                <a16:creationId xmlns:a16="http://schemas.microsoft.com/office/drawing/2014/main" id="{18C0A611-8854-0F9A-1E70-8AF35878A7DC}"/>
              </a:ext>
              <a:ext uri="{C183D7F6-B498-43B3-948B-1728B52AA6E4}">
                <adec:decorative xmlns:adec="http://schemas.microsoft.com/office/drawing/2017/decorative" val="1"/>
              </a:ext>
            </a:extLst>
          </p:cNvPr>
          <p:cNvSpPr/>
          <p:nvPr userDrawn="1"/>
        </p:nvSpPr>
        <p:spPr>
          <a:xfrm>
            <a:off x="5026575" y="870214"/>
            <a:ext cx="3132626" cy="3132626"/>
          </a:xfrm>
          <a:custGeom>
            <a:avLst/>
            <a:gdLst>
              <a:gd name="csX0" fmla="*/ 254154 w 3132626"/>
              <a:gd name="csY0" fmla="*/ 2878473 h 3132626"/>
              <a:gd name="csX1" fmla="*/ 2421296 w 3132626"/>
              <a:gd name="csY1" fmla="*/ 2421296 h 3132626"/>
              <a:gd name="csX2" fmla="*/ 2878473 w 3132626"/>
              <a:gd name="csY2" fmla="*/ 254154 h 3132626"/>
              <a:gd name="csX3" fmla="*/ 711331 w 3132626"/>
              <a:gd name="csY3" fmla="*/ 711331 h 3132626"/>
              <a:gd name="csX4" fmla="*/ 254154 w 3132626"/>
              <a:gd name="csY4" fmla="*/ 2878473 h 3132626"/>
            </a:gdLst>
            <a:ahLst/>
            <a:cxnLst>
              <a:cxn ang="0">
                <a:pos x="csX0" y="csY0"/>
              </a:cxn>
              <a:cxn ang="0">
                <a:pos x="csX1" y="csY1"/>
              </a:cxn>
              <a:cxn ang="0">
                <a:pos x="csX2" y="csY2"/>
              </a:cxn>
              <a:cxn ang="0">
                <a:pos x="csX3" y="csY3"/>
              </a:cxn>
              <a:cxn ang="0">
                <a:pos x="csX4" y="csY4"/>
              </a:cxn>
            </a:cxnLst>
            <a:rect l="l" t="t" r="r" b="b"/>
            <a:pathLst>
              <a:path w="3132626" h="3132626">
                <a:moveTo>
                  <a:pt x="254154" y="2878473"/>
                </a:moveTo>
                <a:cubicBezTo>
                  <a:pt x="726348" y="3350667"/>
                  <a:pt x="1696598" y="3145994"/>
                  <a:pt x="2421296" y="2421296"/>
                </a:cubicBezTo>
                <a:cubicBezTo>
                  <a:pt x="3145994" y="1696598"/>
                  <a:pt x="3350667" y="726348"/>
                  <a:pt x="2878473" y="254154"/>
                </a:cubicBezTo>
                <a:cubicBezTo>
                  <a:pt x="2406279" y="-218040"/>
                  <a:pt x="1436029" y="-13367"/>
                  <a:pt x="711331" y="711331"/>
                </a:cubicBezTo>
                <a:cubicBezTo>
                  <a:pt x="-13367" y="1436029"/>
                  <a:pt x="-218040" y="2406279"/>
                  <a:pt x="254154" y="2878473"/>
                </a:cubicBezTo>
              </a:path>
            </a:pathLst>
          </a:custGeom>
          <a:noFill/>
          <a:ln w="12063" cap="flat">
            <a:solidFill>
              <a:schemeClr val="accent1"/>
            </a:solidFill>
            <a:prstDash val="solid"/>
            <a:miter/>
          </a:ln>
        </p:spPr>
        <p:txBody>
          <a:bodyPr/>
          <a:lstStyle/>
          <a:p>
            <a:endParaRPr lang="en-US"/>
          </a:p>
        </p:txBody>
      </p:sp>
      <p:sp>
        <p:nvSpPr>
          <p:cNvPr id="2" name="Footer Placeholder 1">
            <a:extLst>
              <a:ext uri="{FF2B5EF4-FFF2-40B4-BE49-F238E27FC236}">
                <a16:creationId xmlns:a16="http://schemas.microsoft.com/office/drawing/2014/main" id="{04C2D177-DDCF-DF00-200F-D918E7206679}"/>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293332983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D24D3E9-2B0E-7092-E1D3-465988811C69}"/>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tx1">
              <a:lumMod val="50000"/>
            </a:schemeClr>
          </a:solidFill>
        </p:spPr>
        <p:txBody>
          <a:bodyPr/>
          <a:lstStyle/>
          <a:p>
            <a:r>
              <a:rPr lang="en-US"/>
              <a:t>Click icon to add picture</a:t>
            </a:r>
          </a:p>
        </p:txBody>
      </p:sp>
      <p:sp>
        <p:nvSpPr>
          <p:cNvPr id="9" name="Title placeholder">
            <a:extLst>
              <a:ext uri="{FF2B5EF4-FFF2-40B4-BE49-F238E27FC236}">
                <a16:creationId xmlns:a16="http://schemas.microsoft.com/office/drawing/2014/main" id="{8A7D6771-8BD6-56F2-C651-0270416CB282}"/>
              </a:ext>
            </a:extLst>
          </p:cNvPr>
          <p:cNvSpPr>
            <a:spLocks noGrp="1"/>
          </p:cNvSpPr>
          <p:nvPr>
            <p:ph type="ctrTitle" hasCustomPrompt="1"/>
          </p:nvPr>
        </p:nvSpPr>
        <p:spPr>
          <a:xfrm>
            <a:off x="457197" y="2530056"/>
            <a:ext cx="8291515" cy="759622"/>
          </a:xfrm>
          <a:prstGeom prst="rect">
            <a:avLst/>
          </a:prstGeom>
        </p:spPr>
        <p:txBody>
          <a:bodyPr wrap="none" lIns="0" tIns="0" rIns="0" bIns="0" anchor="t" anchorCtr="0">
            <a:noAutofit/>
          </a:bodyPr>
          <a:lstStyle>
            <a:lvl1pPr marL="0" indent="0" algn="l">
              <a:lnSpc>
                <a:spcPts val="3200"/>
              </a:lnSpc>
              <a:buFont typeface="Arial"/>
              <a:buNone/>
              <a:defRPr sz="2800" b="0">
                <a:solidFill>
                  <a:schemeClr val="accent5"/>
                </a:solidFill>
              </a:defRPr>
            </a:lvl1pPr>
          </a:lstStyle>
          <a:p>
            <a:r>
              <a:rPr lang="en-US"/>
              <a:t>Presentation title</a:t>
            </a:r>
          </a:p>
        </p:txBody>
      </p:sp>
      <p:sp>
        <p:nvSpPr>
          <p:cNvPr id="10" name="Subtitle placeholder">
            <a:extLst>
              <a:ext uri="{FF2B5EF4-FFF2-40B4-BE49-F238E27FC236}">
                <a16:creationId xmlns:a16="http://schemas.microsoft.com/office/drawing/2014/main" id="{A0209106-701E-0FA4-8D66-ECA5A68A872B}"/>
              </a:ext>
            </a:extLst>
          </p:cNvPr>
          <p:cNvSpPr>
            <a:spLocks noGrp="1"/>
          </p:cNvSpPr>
          <p:nvPr>
            <p:ph type="subTitle" idx="1" hasCustomPrompt="1"/>
          </p:nvPr>
        </p:nvSpPr>
        <p:spPr>
          <a:xfrm>
            <a:off x="457198" y="3460479"/>
            <a:ext cx="8291515" cy="215444"/>
          </a:xfrm>
          <a:prstGeom prst="rect">
            <a:avLst/>
          </a:prstGeom>
        </p:spPr>
        <p:txBody>
          <a:bodyPr lIns="0" tIns="0" rIns="0" bIns="0">
            <a:noAutofit/>
          </a:bodyPr>
          <a:lstStyle>
            <a:lvl1pPr marL="0" indent="0" algn="l">
              <a:buNone/>
              <a:defRPr sz="1600" baseline="0">
                <a:solidFill>
                  <a:schemeClr val="accent5"/>
                </a:solidFill>
                <a:latin typeface="+mj-lt"/>
              </a:defRPr>
            </a:lvl1pPr>
            <a:lvl2pPr marL="457184" indent="0" algn="ctr">
              <a:buNone/>
              <a:defRPr>
                <a:solidFill>
                  <a:schemeClr val="tx1">
                    <a:tint val="75000"/>
                  </a:schemeClr>
                </a:solidFill>
              </a:defRPr>
            </a:lvl2pPr>
            <a:lvl3pPr marL="914367" indent="0" algn="ctr">
              <a:buNone/>
              <a:defRPr>
                <a:solidFill>
                  <a:schemeClr val="tx1">
                    <a:tint val="75000"/>
                  </a:schemeClr>
                </a:solidFill>
              </a:defRPr>
            </a:lvl3pPr>
            <a:lvl4pPr marL="1371552" indent="0" algn="ctr">
              <a:buNone/>
              <a:defRPr>
                <a:solidFill>
                  <a:schemeClr val="tx1">
                    <a:tint val="75000"/>
                  </a:schemeClr>
                </a:solidFill>
              </a:defRPr>
            </a:lvl4pPr>
            <a:lvl5pPr marL="1828736" indent="0" algn="ctr">
              <a:buNone/>
              <a:defRPr>
                <a:solidFill>
                  <a:schemeClr val="tx1">
                    <a:tint val="75000"/>
                  </a:schemeClr>
                </a:solidFill>
              </a:defRPr>
            </a:lvl5pPr>
            <a:lvl6pPr marL="2285919" indent="0" algn="ctr">
              <a:buNone/>
              <a:defRPr>
                <a:solidFill>
                  <a:schemeClr val="tx1">
                    <a:tint val="75000"/>
                  </a:schemeClr>
                </a:solidFill>
              </a:defRPr>
            </a:lvl6pPr>
            <a:lvl7pPr marL="2743103" indent="0" algn="ctr">
              <a:buNone/>
              <a:defRPr>
                <a:solidFill>
                  <a:schemeClr val="tx1">
                    <a:tint val="75000"/>
                  </a:schemeClr>
                </a:solidFill>
              </a:defRPr>
            </a:lvl7pPr>
            <a:lvl8pPr marL="3200287" indent="0" algn="ctr">
              <a:buNone/>
              <a:defRPr>
                <a:solidFill>
                  <a:schemeClr val="tx1">
                    <a:tint val="75000"/>
                  </a:schemeClr>
                </a:solidFill>
              </a:defRPr>
            </a:lvl8pPr>
            <a:lvl9pPr marL="3657471" indent="0" algn="ctr">
              <a:buNone/>
              <a:defRPr>
                <a:solidFill>
                  <a:schemeClr val="tx1">
                    <a:tint val="75000"/>
                  </a:schemeClr>
                </a:solidFill>
              </a:defRPr>
            </a:lvl9pPr>
          </a:lstStyle>
          <a:p>
            <a:r>
              <a:rPr lang="en-US"/>
              <a:t>Click to edit optional subtitle</a:t>
            </a:r>
          </a:p>
        </p:txBody>
      </p:sp>
      <p:sp>
        <p:nvSpPr>
          <p:cNvPr id="11" name="Presenter and date">
            <a:extLst>
              <a:ext uri="{FF2B5EF4-FFF2-40B4-BE49-F238E27FC236}">
                <a16:creationId xmlns:a16="http://schemas.microsoft.com/office/drawing/2014/main" id="{9E6291D9-FE63-E170-EF88-D3B4E65474B3}"/>
              </a:ext>
            </a:extLst>
          </p:cNvPr>
          <p:cNvSpPr>
            <a:spLocks noGrp="1"/>
          </p:cNvSpPr>
          <p:nvPr>
            <p:ph type="body" sz="quarter" idx="15" hasCustomPrompt="1"/>
          </p:nvPr>
        </p:nvSpPr>
        <p:spPr>
          <a:xfrm>
            <a:off x="457198" y="4108905"/>
            <a:ext cx="8291515" cy="215445"/>
          </a:xfrm>
          <a:prstGeom prst="rect">
            <a:avLst/>
          </a:prstGeom>
          <a:noFill/>
        </p:spPr>
        <p:txBody>
          <a:bodyPr lIns="0" tIns="0" rIns="0" bIns="0"/>
          <a:lstStyle>
            <a:lvl1pPr marL="0" indent="0">
              <a:lnSpc>
                <a:spcPts val="1300"/>
              </a:lnSpc>
              <a:spcBef>
                <a:spcPts val="0"/>
              </a:spcBef>
              <a:spcAft>
                <a:spcPts val="0"/>
              </a:spcAft>
              <a:buNone/>
              <a:defRPr sz="1100" baseline="0">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AU" noProof="0"/>
              <a:t>Presented by: </a:t>
            </a:r>
          </a:p>
          <a:p>
            <a:pPr lvl="0"/>
            <a:endParaRPr lang="en-AU" noProof="0"/>
          </a:p>
        </p:txBody>
      </p:sp>
      <p:pic>
        <p:nvPicPr>
          <p:cNvPr id="2" name="Picture 8">
            <a:extLst>
              <a:ext uri="{FF2B5EF4-FFF2-40B4-BE49-F238E27FC236}">
                <a16:creationId xmlns:a16="http://schemas.microsoft.com/office/drawing/2014/main" id="{BAECC792-CA14-C7A4-30D4-B617C45AFF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710646" y="4687803"/>
            <a:ext cx="976154" cy="289230"/>
          </a:xfrm>
          <a:prstGeom prst="rect">
            <a:avLst/>
          </a:prstGeom>
        </p:spPr>
      </p:pic>
      <p:sp>
        <p:nvSpPr>
          <p:cNvPr id="3" name="Footer Placeholder 2">
            <a:extLst>
              <a:ext uri="{FF2B5EF4-FFF2-40B4-BE49-F238E27FC236}">
                <a16:creationId xmlns:a16="http://schemas.microsoft.com/office/drawing/2014/main" id="{A0E19C8E-65A7-0320-1216-B88C04D07215}"/>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Tree>
    <p:extLst>
      <p:ext uri="{BB962C8B-B14F-4D97-AF65-F5344CB8AC3E}">
        <p14:creationId xmlns:p14="http://schemas.microsoft.com/office/powerpoint/2010/main" val="303218254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One column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84D18E-C2CA-1169-88BB-B7B75C75D53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
        <p:nvSpPr>
          <p:cNvPr id="4" name="Title 3">
            <a:extLst>
              <a:ext uri="{FF2B5EF4-FFF2-40B4-BE49-F238E27FC236}">
                <a16:creationId xmlns:a16="http://schemas.microsoft.com/office/drawing/2014/main" id="{4283B956-AD5F-6D04-C60C-6FD76DA92691}"/>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61E804F-FCCC-64F5-BF59-34EE4B0DD657}"/>
              </a:ext>
            </a:extLst>
          </p:cNvPr>
          <p:cNvSpPr>
            <a:spLocks noGrp="1"/>
          </p:cNvSpPr>
          <p:nvPr>
            <p:ph type="body" sz="quarter" idx="12" hasCustomPrompt="1"/>
          </p:nvPr>
        </p:nvSpPr>
        <p:spPr>
          <a:xfrm>
            <a:off x="457198" y="851104"/>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5" name="Content Placeholder 4">
            <a:extLst>
              <a:ext uri="{FF2B5EF4-FFF2-40B4-BE49-F238E27FC236}">
                <a16:creationId xmlns:a16="http://schemas.microsoft.com/office/drawing/2014/main" id="{A6C10F8D-4ACD-29DE-BF3F-6824C1E8EE5D}"/>
              </a:ext>
            </a:extLst>
          </p:cNvPr>
          <p:cNvSpPr>
            <a:spLocks noGrp="1"/>
          </p:cNvSpPr>
          <p:nvPr>
            <p:ph sz="quarter" idx="18" hasCustomPrompt="1"/>
          </p:nvPr>
        </p:nvSpPr>
        <p:spPr>
          <a:xfrm>
            <a:off x="457200" y="1508393"/>
            <a:ext cx="8229600" cy="28159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98096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lank slide with title">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6E5ED52-30B3-BE25-9332-21A6FE679446}"/>
              </a:ext>
            </a:extLst>
          </p:cNvPr>
          <p:cNvSpPr>
            <a:spLocks noGrp="1"/>
          </p:cNvSpPr>
          <p:nvPr>
            <p:ph type="title" hasCustomPrompt="1"/>
          </p:nvPr>
        </p:nvSpPr>
        <p:spPr/>
        <p:txBody>
          <a:bodyPr/>
          <a:lstStyle/>
          <a:p>
            <a:r>
              <a:rPr lang="en-US"/>
              <a:t>Click to edit master title style</a:t>
            </a:r>
          </a:p>
        </p:txBody>
      </p:sp>
      <p:sp>
        <p:nvSpPr>
          <p:cNvPr id="9" name="Footer Placeholder 8">
            <a:extLst>
              <a:ext uri="{FF2B5EF4-FFF2-40B4-BE49-F238E27FC236}">
                <a16:creationId xmlns:a16="http://schemas.microsoft.com/office/drawing/2014/main" id="{8A388EF9-D7B6-AA54-5A20-313BF28B4ABA}"/>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086ACB27-722A-4BA5-592A-D2ADB9271CB7}"/>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95664696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EDD95CC-33E4-2547-EC3A-85A1C4D7564A}"/>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10800000">
            <a:off x="0" y="0"/>
            <a:ext cx="9144000" cy="5143500"/>
          </a:xfrm>
          <a:prstGeom prst="rect">
            <a:avLst/>
          </a:prstGeom>
        </p:spPr>
      </p:pic>
      <p:sp>
        <p:nvSpPr>
          <p:cNvPr id="6" name="Footer Placeholder 5">
            <a:extLst>
              <a:ext uri="{FF2B5EF4-FFF2-40B4-BE49-F238E27FC236}">
                <a16:creationId xmlns:a16="http://schemas.microsoft.com/office/drawing/2014/main" id="{43AB97FC-EDBF-F20F-99E4-CBD75B0B113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790C7181-667F-C675-9C08-9897FFA38C76}"/>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pic>
        <p:nvPicPr>
          <p:cNvPr id="3" name="Picture 8">
            <a:extLst>
              <a:ext uri="{FF2B5EF4-FFF2-40B4-BE49-F238E27FC236}">
                <a16:creationId xmlns:a16="http://schemas.microsoft.com/office/drawing/2014/main" id="{D37519D6-67A4-D8B7-0ED2-41114D781C8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7710646" y="4687803"/>
            <a:ext cx="976154" cy="289230"/>
          </a:xfrm>
          <a:prstGeom prst="rect">
            <a:avLst/>
          </a:prstGeom>
        </p:spPr>
      </p:pic>
    </p:spTree>
    <p:extLst>
      <p:ext uri="{BB962C8B-B14F-4D97-AF65-F5344CB8AC3E}">
        <p14:creationId xmlns:p14="http://schemas.microsoft.com/office/powerpoint/2010/main" val="370242778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One column 2/3 of slid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FD2F15C-D9F6-79E3-0853-A5F589E5669F}"/>
              </a:ext>
            </a:extLst>
          </p:cNvPr>
          <p:cNvSpPr>
            <a:spLocks noGrp="1"/>
          </p:cNvSpPr>
          <p:nvPr>
            <p:ph type="title" hasCustomPrompt="1"/>
          </p:nvPr>
        </p:nvSpPr>
        <p:spPr/>
        <p:txBody>
          <a:bodyPr/>
          <a:lstStyle/>
          <a:p>
            <a:r>
              <a:rPr lang="en-US"/>
              <a:t>Click to edit master title style</a:t>
            </a:r>
          </a:p>
        </p:txBody>
      </p:sp>
      <p:sp>
        <p:nvSpPr>
          <p:cNvPr id="4" name="Subhead placeholder">
            <a:extLst>
              <a:ext uri="{FF2B5EF4-FFF2-40B4-BE49-F238E27FC236}">
                <a16:creationId xmlns:a16="http://schemas.microsoft.com/office/drawing/2014/main" id="{A74A2D14-92D0-25EA-BDAE-34BF7C66D274}"/>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1553B87B-7AFF-7944-B12E-D7F3693BB8B8}"/>
              </a:ext>
            </a:extLst>
          </p:cNvPr>
          <p:cNvSpPr>
            <a:spLocks noGrp="1"/>
          </p:cNvSpPr>
          <p:nvPr>
            <p:ph idx="1" hasCustomPrompt="1"/>
          </p:nvPr>
        </p:nvSpPr>
        <p:spPr>
          <a:xfrm>
            <a:off x="457198" y="1508393"/>
            <a:ext cx="5449625" cy="2667138"/>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aption placeholder">
            <a:extLst>
              <a:ext uri="{FF2B5EF4-FFF2-40B4-BE49-F238E27FC236}">
                <a16:creationId xmlns:a16="http://schemas.microsoft.com/office/drawing/2014/main" id="{96972F63-46C7-AEA3-46DC-D60BC24F8426}"/>
              </a:ext>
            </a:extLst>
          </p:cNvPr>
          <p:cNvSpPr>
            <a:spLocks noGrp="1"/>
          </p:cNvSpPr>
          <p:nvPr>
            <p:ph type="body" sz="quarter" idx="13"/>
          </p:nvPr>
        </p:nvSpPr>
        <p:spPr>
          <a:xfrm>
            <a:off x="457198" y="4341813"/>
            <a:ext cx="5437187" cy="153987"/>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8" name="Footer Placeholder 7">
            <a:extLst>
              <a:ext uri="{FF2B5EF4-FFF2-40B4-BE49-F238E27FC236}">
                <a16:creationId xmlns:a16="http://schemas.microsoft.com/office/drawing/2014/main" id="{90F4FF31-2AE4-F039-5C15-022D284C5589}"/>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0FB24F5F-C764-5FFB-250D-85C0F62E2B05}"/>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93269691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One column with callout">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927D1CA7-EDEB-3610-52F7-7B6426D27FC7}"/>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BA306589-E832-5282-7364-9B24ED19C84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D821587E-21FB-BC44-BBB2-94A1EF5DB1C3}"/>
              </a:ext>
            </a:extLst>
          </p:cNvPr>
          <p:cNvSpPr>
            <a:spLocks noGrp="1"/>
          </p:cNvSpPr>
          <p:nvPr>
            <p:ph idx="1" hasCustomPrompt="1"/>
          </p:nvPr>
        </p:nvSpPr>
        <p:spPr>
          <a:xfrm>
            <a:off x="457198" y="1508393"/>
            <a:ext cx="5449625" cy="2815958"/>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538DE3F4-227D-5ED8-5226-3C6D8FBFA655}"/>
              </a:ext>
            </a:extLst>
          </p:cNvPr>
          <p:cNvSpPr>
            <a:spLocks noGrp="1"/>
          </p:cNvSpPr>
          <p:nvPr>
            <p:ph idx="20" hasCustomPrompt="1"/>
          </p:nvPr>
        </p:nvSpPr>
        <p:spPr>
          <a:xfrm>
            <a:off x="6202885" y="1508393"/>
            <a:ext cx="2483909" cy="2815958"/>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1427A184-EBE7-5533-296C-DBF6564E2DAE}"/>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10" name="Slide Number Placeholder 9">
            <a:extLst>
              <a:ext uri="{FF2B5EF4-FFF2-40B4-BE49-F238E27FC236}">
                <a16:creationId xmlns:a16="http://schemas.microsoft.com/office/drawing/2014/main" id="{9BF41B99-5A3E-3131-6052-E65D1F2AF376}"/>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46755807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713425"/>
            <a:ext cx="4013901" cy="2610925"/>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9" y="1352550"/>
            <a:ext cx="4013900" cy="158750"/>
          </a:xfrm>
          <a:prstGeom prst="rect">
            <a:avLst/>
          </a:prstGeom>
        </p:spPr>
        <p:txBody>
          <a:bodyPr lIns="0" tIns="0" rIns="0" bIns="0"/>
          <a:lstStyle>
            <a:lvl1pPr marL="0" indent="0">
              <a:lnSpc>
                <a:spcPts val="1600"/>
              </a:lnSpc>
              <a:defRPr sz="14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9" y="1713425"/>
            <a:ext cx="4013900" cy="2610925"/>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3CF50C1-317F-A1F5-F963-9FB813C6D135}"/>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354D5B1-1A32-08B3-62BF-33D7265558AC}"/>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54563479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wo columns with subtitle and sketche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880565-89B2-378C-30FA-CAB527EF145C}"/>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3" name="Title 12">
            <a:extLst>
              <a:ext uri="{FF2B5EF4-FFF2-40B4-BE49-F238E27FC236}">
                <a16:creationId xmlns:a16="http://schemas.microsoft.com/office/drawing/2014/main" id="{478A43DC-F456-9C6E-CF0A-AF863C472E1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F3EEF300-F8F6-8740-1400-2E8E6FCA99E1}"/>
              </a:ext>
            </a:extLst>
          </p:cNvPr>
          <p:cNvSpPr>
            <a:spLocks noGrp="1"/>
          </p:cNvSpPr>
          <p:nvPr>
            <p:ph type="body" sz="quarter" idx="18"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E9238C80-1851-AD77-C122-38242EC901F5}"/>
              </a:ext>
            </a:extLst>
          </p:cNvPr>
          <p:cNvSpPr>
            <a:spLocks noGrp="1"/>
          </p:cNvSpPr>
          <p:nvPr>
            <p:ph idx="1" hasCustomPrompt="1"/>
          </p:nvPr>
        </p:nvSpPr>
        <p:spPr>
          <a:xfrm>
            <a:off x="454099" y="1508393"/>
            <a:ext cx="4013901" cy="2647683"/>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aption placeholder">
            <a:extLst>
              <a:ext uri="{FF2B5EF4-FFF2-40B4-BE49-F238E27FC236}">
                <a16:creationId xmlns:a16="http://schemas.microsoft.com/office/drawing/2014/main" id="{58E6EFFC-222E-B2D8-58CD-228ACD988EF3}"/>
              </a:ext>
            </a:extLst>
          </p:cNvPr>
          <p:cNvSpPr>
            <a:spLocks noGrp="1"/>
          </p:cNvSpPr>
          <p:nvPr>
            <p:ph type="body" sz="quarter" idx="13" hasCustomPrompt="1"/>
          </p:nvPr>
        </p:nvSpPr>
        <p:spPr>
          <a:xfrm>
            <a:off x="454098"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0" name="Text placeholder">
            <a:extLst>
              <a:ext uri="{FF2B5EF4-FFF2-40B4-BE49-F238E27FC236}">
                <a16:creationId xmlns:a16="http://schemas.microsoft.com/office/drawing/2014/main" id="{86CB4A19-277A-883C-A98E-DD0E122D1054}"/>
              </a:ext>
            </a:extLst>
          </p:cNvPr>
          <p:cNvSpPr>
            <a:spLocks noGrp="1"/>
          </p:cNvSpPr>
          <p:nvPr>
            <p:ph idx="14" hasCustomPrompt="1"/>
          </p:nvPr>
        </p:nvSpPr>
        <p:spPr>
          <a:xfrm>
            <a:off x="4672897" y="1508393"/>
            <a:ext cx="4013901" cy="2647683"/>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aption placeholder">
            <a:extLst>
              <a:ext uri="{FF2B5EF4-FFF2-40B4-BE49-F238E27FC236}">
                <a16:creationId xmlns:a16="http://schemas.microsoft.com/office/drawing/2014/main" id="{27FFDB53-77B8-F186-6550-A30CF83C9B8A}"/>
              </a:ext>
            </a:extLst>
          </p:cNvPr>
          <p:cNvSpPr>
            <a:spLocks noGrp="1"/>
          </p:cNvSpPr>
          <p:nvPr>
            <p:ph type="body" sz="quarter" idx="15" hasCustomPrompt="1"/>
          </p:nvPr>
        </p:nvSpPr>
        <p:spPr>
          <a:xfrm>
            <a:off x="4672897" y="4341813"/>
            <a:ext cx="4013901" cy="158750"/>
          </a:xfrm>
          <a:prstGeom prst="rect">
            <a:avLst/>
          </a:prstGeom>
        </p:spPr>
        <p:txBody>
          <a:bodyPr lIns="0" tIns="0" rIns="0" bIns="0"/>
          <a:lstStyle>
            <a:lvl1pPr marL="0" indent="0">
              <a:lnSpc>
                <a:spcPts val="1300"/>
              </a:lnSpc>
              <a:defRPr sz="1100"/>
            </a:lvl1pPr>
            <a:lvl2pPr>
              <a:defRPr sz="1100"/>
            </a:lvl2pPr>
            <a:lvl3pPr>
              <a:defRPr sz="1100"/>
            </a:lvl3pPr>
            <a:lvl4pPr>
              <a:defRPr sz="1100"/>
            </a:lvl4pPr>
            <a:lvl5pPr>
              <a:defRPr sz="1100"/>
            </a:lvl5pPr>
          </a:lstStyle>
          <a:p>
            <a:pPr lvl="0"/>
            <a:r>
              <a:rPr lang="en-US"/>
              <a:t>Click to edit master text styles</a:t>
            </a:r>
          </a:p>
        </p:txBody>
      </p:sp>
      <p:sp>
        <p:nvSpPr>
          <p:cNvPr id="11" name="Footer Placeholder 10">
            <a:extLst>
              <a:ext uri="{FF2B5EF4-FFF2-40B4-BE49-F238E27FC236}">
                <a16:creationId xmlns:a16="http://schemas.microsoft.com/office/drawing/2014/main" id="{9E2A5DF1-6EDD-795D-B0DD-947EAA48BB92}"/>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14" name="Slide Number Placeholder 13">
            <a:extLst>
              <a:ext uri="{FF2B5EF4-FFF2-40B4-BE49-F238E27FC236}">
                <a16:creationId xmlns:a16="http://schemas.microsoft.com/office/drawing/2014/main" id="{2B5E85EC-DC6B-0539-73DF-75FA67FC559A}"/>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68241251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02619C0-AEBE-3919-DAB6-6409613C6EE9}"/>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3CA7C499-E5ED-F4AB-FCAD-CD154076301A}"/>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09BE40C7-2417-56E8-24FC-DA9FF99860D9}"/>
              </a:ext>
            </a:extLst>
          </p:cNvPr>
          <p:cNvSpPr>
            <a:spLocks noGrp="1"/>
          </p:cNvSpPr>
          <p:nvPr>
            <p:ph idx="1" hasCustomPrompt="1"/>
          </p:nvPr>
        </p:nvSpPr>
        <p:spPr>
          <a:xfrm>
            <a:off x="457198" y="1508393"/>
            <a:ext cx="2545828" cy="2815957"/>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a:extLst>
              <a:ext uri="{FF2B5EF4-FFF2-40B4-BE49-F238E27FC236}">
                <a16:creationId xmlns:a16="http://schemas.microsoft.com/office/drawing/2014/main" id="{61834C9E-98B2-CD8C-AA0A-1DA16356296A}"/>
              </a:ext>
            </a:extLst>
          </p:cNvPr>
          <p:cNvSpPr>
            <a:spLocks noGrp="1"/>
          </p:cNvSpPr>
          <p:nvPr>
            <p:ph idx="19" hasCustomPrompt="1"/>
          </p:nvPr>
        </p:nvSpPr>
        <p:spPr>
          <a:xfrm>
            <a:off x="3299086" y="1508393"/>
            <a:ext cx="2545828" cy="2815957"/>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a:extLst>
              <a:ext uri="{FF2B5EF4-FFF2-40B4-BE49-F238E27FC236}">
                <a16:creationId xmlns:a16="http://schemas.microsoft.com/office/drawing/2014/main" id="{BEC9AEA6-E903-65D8-B27F-6044273D9DFB}"/>
              </a:ext>
            </a:extLst>
          </p:cNvPr>
          <p:cNvSpPr>
            <a:spLocks noGrp="1"/>
          </p:cNvSpPr>
          <p:nvPr>
            <p:ph idx="20" hasCustomPrompt="1"/>
          </p:nvPr>
        </p:nvSpPr>
        <p:spPr>
          <a:xfrm>
            <a:off x="6140970" y="1508393"/>
            <a:ext cx="2545828" cy="2815957"/>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EE285B6F-7A23-73F1-099E-AD70CB747A0A}"/>
              </a:ext>
              <a:ext uri="{C183D7F6-B498-43B3-948B-1728B52AA6E4}">
                <adec:decorative xmlns:adec="http://schemas.microsoft.com/office/drawing/2017/decorative" val="1"/>
              </a:ext>
            </a:extLst>
          </p:cNvPr>
          <p:cNvSpPr>
            <a:spLocks noGrp="1"/>
          </p:cNvSpPr>
          <p:nvPr>
            <p:ph type="ftr" sz="quarter" idx="21"/>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3991A69-333C-1CE1-C865-3CC0512F32FA}"/>
              </a:ext>
              <a:ext uri="{C183D7F6-B498-43B3-948B-1728B52AA6E4}">
                <adec:decorative xmlns:adec="http://schemas.microsoft.com/office/drawing/2017/decorative" val="1"/>
              </a:ext>
            </a:extLst>
          </p:cNvPr>
          <p:cNvSpPr>
            <a:spLocks noGrp="1"/>
          </p:cNvSpPr>
          <p:nvPr>
            <p:ph type="sldNum" sz="quarter" idx="22"/>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92219611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One column with objec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3" name="Subhead placeholder">
            <a:extLst>
              <a:ext uri="{FF2B5EF4-FFF2-40B4-BE49-F238E27FC236}">
                <a16:creationId xmlns:a16="http://schemas.microsoft.com/office/drawing/2014/main" id="{D8DDF7F1-42A9-84B7-3BC3-011A76BC977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6" name="Text placeholder">
            <a:extLst>
              <a:ext uri="{FF2B5EF4-FFF2-40B4-BE49-F238E27FC236}">
                <a16:creationId xmlns:a16="http://schemas.microsoft.com/office/drawing/2014/main" id="{BBE0EB71-5457-15AA-6C6E-C132E696DA9C}"/>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descr="Image placeholder">
            <a:extLst>
              <a:ext uri="{FF2B5EF4-FFF2-40B4-BE49-F238E27FC236}">
                <a16:creationId xmlns:a16="http://schemas.microsoft.com/office/drawing/2014/main" id="{B3171895-91FA-984A-52C9-210E37055A67}"/>
              </a:ext>
            </a:extLst>
          </p:cNvPr>
          <p:cNvSpPr>
            <a:spLocks noGrp="1"/>
          </p:cNvSpPr>
          <p:nvPr>
            <p:ph sz="quarter" idx="14" hasCustomPrompt="1"/>
          </p:nvPr>
        </p:nvSpPr>
        <p:spPr>
          <a:xfrm>
            <a:off x="4726656" y="1508393"/>
            <a:ext cx="3960140" cy="2815956"/>
          </a:xfrm>
          <a:prstGeom prst="roundRect">
            <a:avLst>
              <a:gd name="adj" fmla="val 4172"/>
            </a:avLst>
          </a:prstGeom>
          <a:solidFill>
            <a:schemeClr val="tx1">
              <a:lumMod val="50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152815CA-11DE-C3F9-276C-34778BF0F77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47D949FB-2108-2F7F-90F3-EE81E2879204}"/>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66718135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One column with object and sketche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076034-18F4-EF79-1AE3-075FD28FDD33}"/>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451" y="0"/>
            <a:ext cx="9127098" cy="5143500"/>
          </a:xfrm>
          <a:prstGeom prst="rect">
            <a:avLst/>
          </a:prstGeom>
        </p:spPr>
      </p:pic>
      <p:sp>
        <p:nvSpPr>
          <p:cNvPr id="8" name="Title 7">
            <a:extLst>
              <a:ext uri="{FF2B5EF4-FFF2-40B4-BE49-F238E27FC236}">
                <a16:creationId xmlns:a16="http://schemas.microsoft.com/office/drawing/2014/main" id="{025B4089-79C3-6003-0DC6-4259A66D3528}"/>
              </a:ext>
            </a:extLst>
          </p:cNvPr>
          <p:cNvSpPr>
            <a:spLocks noGrp="1"/>
          </p:cNvSpPr>
          <p:nvPr>
            <p:ph type="title" hasCustomPrompt="1"/>
          </p:nvPr>
        </p:nvSpPr>
        <p:spPr/>
        <p:txBody>
          <a:bodyPr/>
          <a:lstStyle/>
          <a:p>
            <a:r>
              <a:rPr lang="en-US"/>
              <a:t>Click to edit master title style</a:t>
            </a:r>
          </a:p>
        </p:txBody>
      </p:sp>
      <p:sp>
        <p:nvSpPr>
          <p:cNvPr id="2" name="Subhead placeholder">
            <a:extLst>
              <a:ext uri="{FF2B5EF4-FFF2-40B4-BE49-F238E27FC236}">
                <a16:creationId xmlns:a16="http://schemas.microsoft.com/office/drawing/2014/main" id="{663B54C8-9BEF-AA9B-5AFB-AEA4B07ED087}"/>
              </a:ext>
            </a:extLst>
          </p:cNvPr>
          <p:cNvSpPr>
            <a:spLocks noGrp="1"/>
          </p:cNvSpPr>
          <p:nvPr>
            <p:ph type="body" sz="quarter" idx="12" hasCustomPrompt="1"/>
          </p:nvPr>
        </p:nvSpPr>
        <p:spPr>
          <a:xfrm>
            <a:off x="457198" y="851103"/>
            <a:ext cx="822960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5" name="Text placeholder">
            <a:extLst>
              <a:ext uri="{FF2B5EF4-FFF2-40B4-BE49-F238E27FC236}">
                <a16:creationId xmlns:a16="http://schemas.microsoft.com/office/drawing/2014/main" id="{365F77A7-C9B8-1C63-8040-75FC1835C4B9}"/>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descr="Image placeholder">
            <a:extLst>
              <a:ext uri="{FF2B5EF4-FFF2-40B4-BE49-F238E27FC236}">
                <a16:creationId xmlns:a16="http://schemas.microsoft.com/office/drawing/2014/main" id="{5A1FEAC2-7BFF-B2B2-2E42-A49B24996613}"/>
              </a:ext>
            </a:extLst>
          </p:cNvPr>
          <p:cNvSpPr>
            <a:spLocks noGrp="1"/>
          </p:cNvSpPr>
          <p:nvPr>
            <p:ph sz="quarter" idx="14" hasCustomPrompt="1"/>
          </p:nvPr>
        </p:nvSpPr>
        <p:spPr>
          <a:xfrm>
            <a:off x="4726656" y="1508393"/>
            <a:ext cx="3960140" cy="2815956"/>
          </a:xfrm>
          <a:prstGeom prst="roundRect">
            <a:avLst>
              <a:gd name="adj" fmla="val 4172"/>
            </a:avLst>
          </a:prstGeom>
          <a:solidFill>
            <a:schemeClr val="tx1">
              <a:lumMod val="50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10" name="Footer Placeholder 9">
            <a:extLst>
              <a:ext uri="{FF2B5EF4-FFF2-40B4-BE49-F238E27FC236}">
                <a16:creationId xmlns:a16="http://schemas.microsoft.com/office/drawing/2014/main" id="{806A5C7D-1F84-D149-6EFE-842B2F585AC9}"/>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12" name="Slide Number Placeholder 11">
            <a:extLst>
              <a:ext uri="{FF2B5EF4-FFF2-40B4-BE49-F238E27FC236}">
                <a16:creationId xmlns:a16="http://schemas.microsoft.com/office/drawing/2014/main" id="{013575A3-F067-EA24-D8BD-6F80513A93BA}"/>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19978835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One column with half page objec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B50AAE-14AA-3CA4-4AE3-835BE15BEE08}"/>
              </a:ext>
            </a:extLst>
          </p:cNvPr>
          <p:cNvSpPr>
            <a:spLocks noGrp="1"/>
          </p:cNvSpPr>
          <p:nvPr>
            <p:ph type="title" hasCustomPrompt="1"/>
          </p:nvPr>
        </p:nvSpPr>
        <p:spPr>
          <a:xfrm>
            <a:off x="457198" y="425736"/>
            <a:ext cx="3951990" cy="549952"/>
          </a:xfrm>
        </p:spPr>
        <p:txBody>
          <a:bodyPr/>
          <a:lstStyle/>
          <a:p>
            <a:r>
              <a:rPr lang="en-US"/>
              <a:t>Click to edit master title style</a:t>
            </a:r>
          </a:p>
        </p:txBody>
      </p:sp>
      <p:sp>
        <p:nvSpPr>
          <p:cNvPr id="6" name="Subhead placeholder">
            <a:extLst>
              <a:ext uri="{FF2B5EF4-FFF2-40B4-BE49-F238E27FC236}">
                <a16:creationId xmlns:a16="http://schemas.microsoft.com/office/drawing/2014/main" id="{575C2031-DA59-A055-52CC-761A67068BCF}"/>
              </a:ext>
            </a:extLst>
          </p:cNvPr>
          <p:cNvSpPr>
            <a:spLocks noGrp="1"/>
          </p:cNvSpPr>
          <p:nvPr>
            <p:ph type="body" sz="quarter" idx="12" hasCustomPrompt="1"/>
          </p:nvPr>
        </p:nvSpPr>
        <p:spPr>
          <a:xfrm>
            <a:off x="457198" y="1132668"/>
            <a:ext cx="3951990"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7" name="Text placeholder">
            <a:extLst>
              <a:ext uri="{FF2B5EF4-FFF2-40B4-BE49-F238E27FC236}">
                <a16:creationId xmlns:a16="http://schemas.microsoft.com/office/drawing/2014/main" id="{2758CEBB-DB2F-17EE-BA62-08822521E986}"/>
              </a:ext>
            </a:extLst>
          </p:cNvPr>
          <p:cNvSpPr>
            <a:spLocks noGrp="1"/>
          </p:cNvSpPr>
          <p:nvPr>
            <p:ph idx="1" hasCustomPrompt="1"/>
          </p:nvPr>
        </p:nvSpPr>
        <p:spPr>
          <a:xfrm>
            <a:off x="457198" y="1508394"/>
            <a:ext cx="3951990" cy="2815956"/>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descr="Image placeholder">
            <a:extLst>
              <a:ext uri="{FF2B5EF4-FFF2-40B4-BE49-F238E27FC236}">
                <a16:creationId xmlns:a16="http://schemas.microsoft.com/office/drawing/2014/main" id="{984A6C73-609D-4A15-AB1B-9F5652394E5C}"/>
              </a:ext>
            </a:extLst>
          </p:cNvPr>
          <p:cNvSpPr>
            <a:spLocks noGrp="1"/>
          </p:cNvSpPr>
          <p:nvPr>
            <p:ph sz="quarter" idx="13" hasCustomPrompt="1"/>
          </p:nvPr>
        </p:nvSpPr>
        <p:spPr>
          <a:xfrm>
            <a:off x="4572001" y="0"/>
            <a:ext cx="4572000" cy="5143499"/>
          </a:xfrm>
          <a:prstGeom prst="rect">
            <a:avLst/>
          </a:prstGeom>
          <a:solidFill>
            <a:schemeClr val="tx1">
              <a:lumMod val="50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8" name="Footer Placeholder 7">
            <a:extLst>
              <a:ext uri="{FF2B5EF4-FFF2-40B4-BE49-F238E27FC236}">
                <a16:creationId xmlns:a16="http://schemas.microsoft.com/office/drawing/2014/main" id="{430E8EA2-E82B-4672-694D-720345411A13}"/>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11" name="Slide Number Placeholder 10">
            <a:extLst>
              <a:ext uri="{FF2B5EF4-FFF2-40B4-BE49-F238E27FC236}">
                <a16:creationId xmlns:a16="http://schemas.microsoft.com/office/drawing/2014/main" id="{07AEB557-F875-7E5B-1DF8-C19428A03243}"/>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54817278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One column with 1/3 objec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00FCB67-5B6B-2216-9504-7BED66175D3F}"/>
              </a:ext>
            </a:extLst>
          </p:cNvPr>
          <p:cNvSpPr>
            <a:spLocks noGrp="1"/>
          </p:cNvSpPr>
          <p:nvPr>
            <p:ph type="title"/>
          </p:nvPr>
        </p:nvSpPr>
        <p:spPr>
          <a:xfrm>
            <a:off x="457198" y="425872"/>
            <a:ext cx="5425442" cy="289230"/>
          </a:xfrm>
        </p:spPr>
        <p:txBody>
          <a:bodyPr/>
          <a:lstStyle/>
          <a:p>
            <a:r>
              <a:rPr lang="en-US"/>
              <a:t>Click to edit Master title style</a:t>
            </a:r>
          </a:p>
        </p:txBody>
      </p:sp>
      <p:sp>
        <p:nvSpPr>
          <p:cNvPr id="7" name="Subhead placeholder">
            <a:extLst>
              <a:ext uri="{FF2B5EF4-FFF2-40B4-BE49-F238E27FC236}">
                <a16:creationId xmlns:a16="http://schemas.microsoft.com/office/drawing/2014/main" id="{22901A26-9741-E8EE-2A1E-3420FC22B1F7}"/>
              </a:ext>
            </a:extLst>
          </p:cNvPr>
          <p:cNvSpPr>
            <a:spLocks noGrp="1"/>
          </p:cNvSpPr>
          <p:nvPr>
            <p:ph type="body" sz="quarter" idx="12" hasCustomPrompt="1"/>
          </p:nvPr>
        </p:nvSpPr>
        <p:spPr>
          <a:xfrm>
            <a:off x="457198" y="851103"/>
            <a:ext cx="5425442" cy="210940"/>
          </a:xfrm>
          <a:prstGeom prst="rect">
            <a:avLst/>
          </a:prstGeom>
        </p:spPr>
        <p:txBody>
          <a:bodyPr lIns="0" tIns="0" rIns="0" bIns="0"/>
          <a:lstStyle>
            <a:lvl1pPr marL="0" indent="0">
              <a:defRPr>
                <a:solidFill>
                  <a:schemeClr val="accent5"/>
                </a:solidFill>
                <a:latin typeface="+mj-lt"/>
              </a:defRPr>
            </a:lvl1pPr>
          </a:lstStyle>
          <a:p>
            <a:pPr lvl="0"/>
            <a:r>
              <a:rPr lang="en-GB"/>
              <a:t>Click to edit subhead</a:t>
            </a:r>
            <a:endParaRPr lang="en-PL"/>
          </a:p>
        </p:txBody>
      </p:sp>
      <p:sp>
        <p:nvSpPr>
          <p:cNvPr id="3" name="Text placeholder">
            <a:extLst>
              <a:ext uri="{FF2B5EF4-FFF2-40B4-BE49-F238E27FC236}">
                <a16:creationId xmlns:a16="http://schemas.microsoft.com/office/drawing/2014/main" id="{3653E5CB-B954-B651-AC7B-F991623A5D48}"/>
              </a:ext>
            </a:extLst>
          </p:cNvPr>
          <p:cNvSpPr>
            <a:spLocks noGrp="1"/>
          </p:cNvSpPr>
          <p:nvPr>
            <p:ph idx="1" hasCustomPrompt="1"/>
          </p:nvPr>
        </p:nvSpPr>
        <p:spPr>
          <a:xfrm>
            <a:off x="457198" y="1508394"/>
            <a:ext cx="5425442" cy="2815956"/>
          </a:xfrm>
          <a:prstGeom prst="rect">
            <a:avLst/>
          </a:prstGeom>
        </p:spPr>
        <p:txBody>
          <a:bodyPr vert="horz" lIns="0" tIns="0" rIns="0" bIns="0" rtlCol="0">
            <a:noAutofit/>
          </a:bodyPr>
          <a:lstStyle>
            <a:lvl1pPr marL="0" indent="0">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descr="Image placeholder">
            <a:extLst>
              <a:ext uri="{FF2B5EF4-FFF2-40B4-BE49-F238E27FC236}">
                <a16:creationId xmlns:a16="http://schemas.microsoft.com/office/drawing/2014/main" id="{F7874DD1-0CC4-368A-2336-D7B8829E6720}"/>
              </a:ext>
            </a:extLst>
          </p:cNvPr>
          <p:cNvSpPr>
            <a:spLocks noGrp="1"/>
          </p:cNvSpPr>
          <p:nvPr>
            <p:ph sz="quarter" idx="13" hasCustomPrompt="1"/>
          </p:nvPr>
        </p:nvSpPr>
        <p:spPr>
          <a:xfrm>
            <a:off x="6098400" y="0"/>
            <a:ext cx="3045600" cy="5143499"/>
          </a:xfrm>
          <a:prstGeom prst="rect">
            <a:avLst/>
          </a:prstGeom>
          <a:solidFill>
            <a:schemeClr val="tx1">
              <a:lumMod val="50000"/>
              <a:alpha val="20000"/>
            </a:schemeClr>
          </a:solidFill>
        </p:spPr>
        <p:txBody>
          <a:bodyPr vert="horz" lIns="252000" tIns="252000" rIns="252000" bIns="252000"/>
          <a:lstStyle>
            <a:lvl1pPr marL="0" indent="0">
              <a:buNone/>
              <a:defRPr sz="1050">
                <a:solidFill>
                  <a:schemeClr val="tx1"/>
                </a:solidFill>
              </a:defRPr>
            </a:lvl1pPr>
            <a:lvl2pPr marL="442913" indent="-265113">
              <a:buFont typeface="Arial"/>
              <a:buChar char="•"/>
              <a:defRPr sz="1800">
                <a:solidFill>
                  <a:schemeClr val="accent1"/>
                </a:solidFill>
              </a:defRPr>
            </a:lvl2pPr>
            <a:lvl3pPr marL="708025" indent="-228600">
              <a:buFont typeface="Lucida Grande"/>
              <a:buChar char="–"/>
              <a:defRPr sz="1600">
                <a:solidFill>
                  <a:schemeClr val="accent1"/>
                </a:solidFill>
              </a:defRPr>
            </a:lvl3pPr>
            <a:lvl4pPr marL="976313" indent="-228600">
              <a:buFont typeface="Lucida Grande"/>
              <a:buChar char="–"/>
              <a:defRPr sz="1400">
                <a:solidFill>
                  <a:schemeClr val="accent1"/>
                </a:solidFill>
              </a:defRPr>
            </a:lvl4pPr>
            <a:lvl5pPr marL="1258888" indent="-231775" defTabSz="314325">
              <a:buFont typeface="Lucida Grande"/>
              <a:buChar char="–"/>
              <a:defRPr sz="1400">
                <a:solidFill>
                  <a:schemeClr val="accent1"/>
                </a:solidFill>
              </a:defRPr>
            </a:lvl5pPr>
          </a:lstStyle>
          <a:p>
            <a:pPr lvl="0"/>
            <a:r>
              <a:rPr lang="en-US"/>
              <a:t>Click to edit master text styles</a:t>
            </a:r>
          </a:p>
        </p:txBody>
      </p:sp>
      <p:sp>
        <p:nvSpPr>
          <p:cNvPr id="4" name="Footer Placeholder 3">
            <a:extLst>
              <a:ext uri="{FF2B5EF4-FFF2-40B4-BE49-F238E27FC236}">
                <a16:creationId xmlns:a16="http://schemas.microsoft.com/office/drawing/2014/main" id="{5CCB710F-3CCF-3B7E-3628-1ABE44D68E7A}"/>
              </a:ext>
              <a:ext uri="{C183D7F6-B498-43B3-948B-1728B52AA6E4}">
                <adec:decorative xmlns:adec="http://schemas.microsoft.com/office/drawing/2017/decorative" val="1"/>
              </a:ext>
            </a:extLst>
          </p:cNvPr>
          <p:cNvSpPr>
            <a:spLocks noGrp="1"/>
          </p:cNvSpPr>
          <p:nvPr>
            <p:ph type="ftr" sz="quarter" idx="14"/>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4CA8A89A-9E58-705F-6B28-FD2DC9C7F69B}"/>
              </a:ext>
              <a:ext uri="{C183D7F6-B498-43B3-948B-1728B52AA6E4}">
                <adec:decorative xmlns:adec="http://schemas.microsoft.com/office/drawing/2017/decorative" val="1"/>
              </a:ext>
            </a:extLst>
          </p:cNvPr>
          <p:cNvSpPr>
            <a:spLocks noGrp="1"/>
          </p:cNvSpPr>
          <p:nvPr>
            <p:ph type="sldNum" sz="quarter" idx="15"/>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413707318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accent1"/>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6" name="Footer Placeholder 5">
            <a:extLst>
              <a:ext uri="{FF2B5EF4-FFF2-40B4-BE49-F238E27FC236}">
                <a16:creationId xmlns:a16="http://schemas.microsoft.com/office/drawing/2014/main" id="{F9AFD0C5-A8C0-C757-0E3A-4B8617243EDA}"/>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4CCDEED3-4ED7-83E9-DDFD-DAEB86E713F3}"/>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361351779"/>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Agenda slide with sketche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89A397-BFF7-F66A-0AF8-332429A59822}"/>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9" name="Title 8">
            <a:extLst>
              <a:ext uri="{FF2B5EF4-FFF2-40B4-BE49-F238E27FC236}">
                <a16:creationId xmlns:a16="http://schemas.microsoft.com/office/drawing/2014/main" id="{586A215D-506C-A26E-5369-01F15C813BAA}"/>
              </a:ext>
            </a:extLst>
          </p:cNvPr>
          <p:cNvSpPr>
            <a:spLocks noGrp="1"/>
          </p:cNvSpPr>
          <p:nvPr>
            <p:ph type="title" hasCustomPrompt="1"/>
          </p:nvPr>
        </p:nvSpPr>
        <p:spPr/>
        <p:txBody>
          <a:bodyPr/>
          <a:lstStyle/>
          <a:p>
            <a:r>
              <a:rPr lang="en-US"/>
              <a:t>Agenda</a:t>
            </a:r>
          </a:p>
        </p:txBody>
      </p:sp>
      <p:sp>
        <p:nvSpPr>
          <p:cNvPr id="12" name="Agenda placeholder">
            <a:extLst>
              <a:ext uri="{FF2B5EF4-FFF2-40B4-BE49-F238E27FC236}">
                <a16:creationId xmlns:a16="http://schemas.microsoft.com/office/drawing/2014/main" id="{1B8BB3E6-4B98-DE9C-FD65-86C75C7D5E30}"/>
              </a:ext>
            </a:extLst>
          </p:cNvPr>
          <p:cNvSpPr>
            <a:spLocks noGrp="1"/>
          </p:cNvSpPr>
          <p:nvPr>
            <p:ph idx="1" hasCustomPrompt="1"/>
          </p:nvPr>
        </p:nvSpPr>
        <p:spPr>
          <a:xfrm>
            <a:off x="457197" y="1504950"/>
            <a:ext cx="8229601" cy="2819400"/>
          </a:xfrm>
          <a:prstGeom prst="rect">
            <a:avLst/>
          </a:prstGeom>
        </p:spPr>
        <p:txBody>
          <a:bodyPr vert="horz" lIns="0" tIns="0" rIns="0" bIns="0" rtlCol="0">
            <a:noAutofit/>
          </a:bodyPr>
          <a:lstStyle>
            <a:lvl1pPr marL="342900" indent="-342900">
              <a:buClr>
                <a:schemeClr val="accent1"/>
              </a:buClr>
              <a:buFont typeface="+mj-lt"/>
              <a:buAutoNum type="arabicPeriod"/>
              <a:defRPr/>
            </a:lvl1pPr>
            <a:lvl2pPr marL="522281" indent="-342900">
              <a:buFont typeface="+mj-lt"/>
              <a:buAutoNum type="arabicPeriod"/>
              <a:defRPr/>
            </a:lvl2pPr>
            <a:lvl3pPr marL="701662" indent="-342900">
              <a:buFont typeface="+mj-lt"/>
              <a:buAutoNum type="arabicPeriod"/>
              <a:defRPr/>
            </a:lvl3pPr>
            <a:lvl4pPr marL="882631" indent="-342900">
              <a:buFont typeface="+mj-lt"/>
              <a:buAutoNum type="arabicPeriod"/>
              <a:defRPr/>
            </a:lvl4pPr>
            <a:lvl5pPr marL="1054075" indent="-342900">
              <a:buFont typeface="+mj-lt"/>
              <a:buAutoNum type="arabicPeriod"/>
              <a:defRPr/>
            </a:lvl5pPr>
          </a:lstStyle>
          <a:p>
            <a:pPr lvl="0"/>
            <a:r>
              <a:rPr lang="en-US"/>
              <a:t>Click to edit master text styles</a:t>
            </a:r>
          </a:p>
          <a:p>
            <a:pPr lvl="0"/>
            <a:endParaRPr lang="en-US"/>
          </a:p>
        </p:txBody>
      </p:sp>
      <p:sp>
        <p:nvSpPr>
          <p:cNvPr id="7" name="Footer Placeholder 6">
            <a:extLst>
              <a:ext uri="{FF2B5EF4-FFF2-40B4-BE49-F238E27FC236}">
                <a16:creationId xmlns:a16="http://schemas.microsoft.com/office/drawing/2014/main" id="{97C73477-AE26-FE8C-C7D9-018EF51039C3}"/>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956AD62B-3E3B-B867-E001-AFBB77CA6C5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567063603"/>
      </p:ext>
    </p:extLst>
  </p:cSld>
  <p:clrMapOvr>
    <a:masterClrMapping/>
  </p:clrMapOvr>
  <p:extLst>
    <p:ext uri="{DCECCB84-F9BA-43D5-87BE-67443E8EF086}">
      <p15:sldGuideLst xmlns:p15="http://schemas.microsoft.com/office/powerpoint/2012/main">
        <p15:guide id="1" orient="horz" pos="162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Section break with subhead">
    <p:spTree>
      <p:nvGrpSpPr>
        <p:cNvPr id="1" name=""/>
        <p:cNvGrpSpPr/>
        <p:nvPr/>
      </p:nvGrpSpPr>
      <p:grpSpPr>
        <a:xfrm>
          <a:off x="0" y="0"/>
          <a:ext cx="0" cy="0"/>
          <a:chOff x="0" y="0"/>
          <a:chExt cx="0" cy="0"/>
        </a:xfrm>
      </p:grpSpPr>
      <p:sp>
        <p:nvSpPr>
          <p:cNvPr id="3" name="Title placeholder"/>
          <p:cNvSpPr>
            <a:spLocks noGrp="1"/>
          </p:cNvSpPr>
          <p:nvPr>
            <p:ph type="title" hasCustomPrompt="1"/>
          </p:nvPr>
        </p:nvSpPr>
        <p:spPr>
          <a:xfrm>
            <a:off x="457197" y="2155230"/>
            <a:ext cx="8229601" cy="396597"/>
          </a:xfrm>
          <a:prstGeom prst="rect">
            <a:avLst/>
          </a:prstGeom>
        </p:spPr>
        <p:txBody>
          <a:bodyPr lIns="0" tIns="0" rIns="0" bIns="0" anchor="ctr" anchorCtr="0">
            <a:noAutofit/>
          </a:bodyPr>
          <a:lstStyle>
            <a:lvl1pPr algn="l">
              <a:lnSpc>
                <a:spcPts val="3400"/>
              </a:lnSpc>
              <a:defRPr sz="3400" b="0" baseline="0">
                <a:solidFill>
                  <a:schemeClr val="accent5"/>
                </a:solidFill>
              </a:defRPr>
            </a:lvl1pPr>
          </a:lstStyle>
          <a:p>
            <a:r>
              <a:rPr lang="en-US"/>
              <a:t>Click to edit section title</a:t>
            </a:r>
          </a:p>
        </p:txBody>
      </p:sp>
      <p:sp>
        <p:nvSpPr>
          <p:cNvPr id="7" name="Subhead placeholder">
            <a:extLst>
              <a:ext uri="{FF2B5EF4-FFF2-40B4-BE49-F238E27FC236}">
                <a16:creationId xmlns:a16="http://schemas.microsoft.com/office/drawing/2014/main" id="{1EF4D315-0037-21FE-3F91-14D2D04E7A7E}"/>
              </a:ext>
            </a:extLst>
          </p:cNvPr>
          <p:cNvSpPr>
            <a:spLocks noGrp="1"/>
          </p:cNvSpPr>
          <p:nvPr>
            <p:ph type="body" sz="quarter" idx="14" hasCustomPrompt="1"/>
          </p:nvPr>
        </p:nvSpPr>
        <p:spPr>
          <a:xfrm>
            <a:off x="457198" y="2752292"/>
            <a:ext cx="8229600" cy="270090"/>
          </a:xfrm>
          <a:prstGeom prst="rect">
            <a:avLst/>
          </a:prstGeom>
        </p:spPr>
        <p:txBody>
          <a:bodyPr lIns="0" tIns="0" rIns="0" bIns="0"/>
          <a:lstStyle>
            <a:lvl1pPr marL="0" indent="0">
              <a:lnSpc>
                <a:spcPts val="1600"/>
              </a:lnSpc>
              <a:defRPr>
                <a:solidFill>
                  <a:schemeClr val="accent5"/>
                </a:solidFill>
                <a:latin typeface="+mj-lt"/>
              </a:defRPr>
            </a:lvl1pPr>
          </a:lstStyle>
          <a:p>
            <a:pPr lvl="0"/>
            <a:r>
              <a:rPr lang="en-GB"/>
              <a:t>Click to edit subhead</a:t>
            </a:r>
            <a:endParaRPr lang="en-PL"/>
          </a:p>
        </p:txBody>
      </p:sp>
      <p:sp>
        <p:nvSpPr>
          <p:cNvPr id="8" name="Footer Placeholder 7">
            <a:extLst>
              <a:ext uri="{FF2B5EF4-FFF2-40B4-BE49-F238E27FC236}">
                <a16:creationId xmlns:a16="http://schemas.microsoft.com/office/drawing/2014/main" id="{443626D6-F71A-A6C5-FADC-D0E0103428C1}"/>
              </a:ext>
              <a:ext uri="{C183D7F6-B498-43B3-948B-1728B52AA6E4}">
                <adec:decorative xmlns:adec="http://schemas.microsoft.com/office/drawing/2017/decorative" val="1"/>
              </a:ext>
            </a:extLst>
          </p:cNvPr>
          <p:cNvSpPr>
            <a:spLocks noGrp="1"/>
          </p:cNvSpPr>
          <p:nvPr>
            <p:ph type="ftr" sz="quarter" idx="15"/>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68C04D41-B75D-1285-AA92-EECD26B8D642}"/>
              </a:ext>
              <a:ext uri="{C183D7F6-B498-43B3-948B-1728B52AA6E4}">
                <adec:decorative xmlns:adec="http://schemas.microsoft.com/office/drawing/2017/decorative" val="1"/>
              </a:ext>
            </a:extLst>
          </p:cNvPr>
          <p:cNvSpPr>
            <a:spLocks noGrp="1"/>
          </p:cNvSpPr>
          <p:nvPr>
            <p:ph type="sldNum" sz="quarter" idx="16"/>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38568580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Section break for longer copy">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accent5"/>
                </a:solidFill>
              </a:defRPr>
            </a:lvl1pPr>
          </a:lstStyle>
          <a:p>
            <a:r>
              <a:rPr lang="en-US"/>
              <a:t>Click to edit </a:t>
            </a:r>
            <a:br>
              <a:rPr lang="en-US"/>
            </a:br>
            <a:r>
              <a:rPr lang="en-US"/>
              <a:t>quote/lead or other</a:t>
            </a:r>
            <a:br>
              <a:rPr lang="en-US"/>
            </a:br>
            <a:r>
              <a:rPr lang="en-US"/>
              <a:t>text that is in 3 lines</a:t>
            </a:r>
          </a:p>
        </p:txBody>
      </p:sp>
      <p:sp>
        <p:nvSpPr>
          <p:cNvPr id="7" name="Footer Placeholder 6">
            <a:extLst>
              <a:ext uri="{FF2B5EF4-FFF2-40B4-BE49-F238E27FC236}">
                <a16:creationId xmlns:a16="http://schemas.microsoft.com/office/drawing/2014/main" id="{3C8521EE-C326-976B-69A5-A00E6FC7DD2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8" name="Slide Number Placeholder 7">
            <a:extLst>
              <a:ext uri="{FF2B5EF4-FFF2-40B4-BE49-F238E27FC236}">
                <a16:creationId xmlns:a16="http://schemas.microsoft.com/office/drawing/2014/main" id="{D54C7D64-F28B-616F-AB18-2A9E5A08DAE1}"/>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228681396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2C8286D9-35F7-7D06-11A7-849A4DF8E211}"/>
              </a:ext>
              <a:ext uri="{C183D7F6-B498-43B3-948B-1728B52AA6E4}">
                <adec:decorative xmlns:adec="http://schemas.microsoft.com/office/drawing/2017/decorative" val="1"/>
              </a:ext>
            </a:extLst>
          </p:cNvPr>
          <p:cNvSpPr>
            <a:spLocks noGrp="1"/>
          </p:cNvSpPr>
          <p:nvPr>
            <p:ph type="pic" sz="quarter" idx="17"/>
          </p:nvPr>
        </p:nvSpPr>
        <p:spPr>
          <a:xfrm>
            <a:off x="0" y="0"/>
            <a:ext cx="9144000" cy="5143500"/>
          </a:xfrm>
          <a:solidFill>
            <a:schemeClr val="tx1">
              <a:lumMod val="50000"/>
            </a:schemeClr>
          </a:solidFill>
        </p:spPr>
        <p:txBody>
          <a:bodyPr/>
          <a:lstStyle>
            <a:lvl1pPr>
              <a:defRPr sz="1200"/>
            </a:lvl1pPr>
          </a:lstStyle>
          <a:p>
            <a:r>
              <a:rPr lang="en-US"/>
              <a:t>Click icon to add picture</a:t>
            </a:r>
          </a:p>
        </p:txBody>
      </p:sp>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accent5"/>
                </a:solidFill>
              </a:defRPr>
            </a:lvl1pPr>
          </a:lstStyle>
          <a:p>
            <a:r>
              <a:rPr lang="en-US"/>
              <a:t>Click to edit </a:t>
            </a:r>
            <a:br>
              <a:rPr lang="en-US"/>
            </a:br>
            <a:r>
              <a:rPr lang="en-US"/>
              <a:t>quote/lead or other</a:t>
            </a:r>
            <a:br>
              <a:rPr lang="en-US"/>
            </a:br>
            <a:r>
              <a:rPr lang="en-US"/>
              <a:t>text that is in 3 lines</a:t>
            </a:r>
          </a:p>
        </p:txBody>
      </p:sp>
      <p:sp>
        <p:nvSpPr>
          <p:cNvPr id="8" name="Footer Placeholder 7">
            <a:extLst>
              <a:ext uri="{FF2B5EF4-FFF2-40B4-BE49-F238E27FC236}">
                <a16:creationId xmlns:a16="http://schemas.microsoft.com/office/drawing/2014/main" id="{8A7E48CF-F7EF-9503-0E14-489C1FB58E3A}"/>
              </a:ext>
              <a:ext uri="{C183D7F6-B498-43B3-948B-1728B52AA6E4}">
                <adec:decorative xmlns:adec="http://schemas.microsoft.com/office/drawing/2017/decorative" val="1"/>
              </a:ext>
            </a:extLst>
          </p:cNvPr>
          <p:cNvSpPr>
            <a:spLocks noGrp="1"/>
          </p:cNvSpPr>
          <p:nvPr>
            <p:ph type="ftr" sz="quarter" idx="18"/>
          </p:nvPr>
        </p:nvSpPr>
        <p:spPr/>
        <p:txBody>
          <a:bodyPr/>
          <a:lstStyle/>
          <a:p>
            <a:r>
              <a:rPr lang="en-US"/>
              <a:t>©2026 Schneider Electric. All Rights Reserved.</a:t>
            </a:r>
            <a:endParaRPr lang="en-US">
              <a:solidFill>
                <a:schemeClr val="tx1"/>
              </a:solidFill>
            </a:endParaRPr>
          </a:p>
        </p:txBody>
      </p:sp>
      <p:sp>
        <p:nvSpPr>
          <p:cNvPr id="9" name="Slide Number Placeholder 8">
            <a:extLst>
              <a:ext uri="{FF2B5EF4-FFF2-40B4-BE49-F238E27FC236}">
                <a16:creationId xmlns:a16="http://schemas.microsoft.com/office/drawing/2014/main" id="{44E29097-003B-62E9-F757-27AEAB8DA791}"/>
              </a:ext>
              <a:ext uri="{C183D7F6-B498-43B3-948B-1728B52AA6E4}">
                <adec:decorative xmlns:adec="http://schemas.microsoft.com/office/drawing/2017/decorative" val="1"/>
              </a:ext>
            </a:extLst>
          </p:cNvPr>
          <p:cNvSpPr>
            <a:spLocks noGrp="1"/>
          </p:cNvSpPr>
          <p:nvPr>
            <p:ph type="sldNum" sz="quarter" idx="19"/>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344575329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Section break for longer copy with sketches">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37FB687-76FF-D941-E0D1-48A95619975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placeholder">
            <a:extLst>
              <a:ext uri="{FF2B5EF4-FFF2-40B4-BE49-F238E27FC236}">
                <a16:creationId xmlns:a16="http://schemas.microsoft.com/office/drawing/2014/main" id="{75187661-3C86-7F12-F92F-AFD20271BA3E}"/>
              </a:ext>
            </a:extLst>
          </p:cNvPr>
          <p:cNvSpPr>
            <a:spLocks noGrp="1"/>
          </p:cNvSpPr>
          <p:nvPr>
            <p:ph type="title" hasCustomPrompt="1"/>
          </p:nvPr>
        </p:nvSpPr>
        <p:spPr>
          <a:xfrm>
            <a:off x="457197" y="1875296"/>
            <a:ext cx="5883781" cy="1393104"/>
          </a:xfrm>
          <a:prstGeom prst="rect">
            <a:avLst/>
          </a:prstGeom>
        </p:spPr>
        <p:txBody>
          <a:bodyPr lIns="0" tIns="0" rIns="0" bIns="0" anchor="ctr" anchorCtr="0">
            <a:noAutofit/>
          </a:bodyPr>
          <a:lstStyle>
            <a:lvl1pPr algn="l">
              <a:lnSpc>
                <a:spcPts val="3800"/>
              </a:lnSpc>
              <a:defRPr sz="3400" b="0" baseline="0">
                <a:solidFill>
                  <a:schemeClr val="accent5"/>
                </a:solidFill>
              </a:defRPr>
            </a:lvl1pPr>
          </a:lstStyle>
          <a:p>
            <a:r>
              <a:rPr lang="en-US"/>
              <a:t>Click to edit </a:t>
            </a:r>
            <a:br>
              <a:rPr lang="en-US"/>
            </a:br>
            <a:r>
              <a:rPr lang="en-US"/>
              <a:t>quote/lead or other</a:t>
            </a:r>
            <a:br>
              <a:rPr lang="en-US"/>
            </a:br>
            <a:r>
              <a:rPr lang="en-US"/>
              <a:t>text that is in 3 lines</a:t>
            </a:r>
          </a:p>
        </p:txBody>
      </p:sp>
      <p:sp>
        <p:nvSpPr>
          <p:cNvPr id="5" name="Footer Placeholder 4">
            <a:extLst>
              <a:ext uri="{FF2B5EF4-FFF2-40B4-BE49-F238E27FC236}">
                <a16:creationId xmlns:a16="http://schemas.microsoft.com/office/drawing/2014/main" id="{307C3940-8990-640D-5FE9-500EED7E116D}"/>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6" name="Slide Number Placeholder 5">
            <a:extLst>
              <a:ext uri="{FF2B5EF4-FFF2-40B4-BE49-F238E27FC236}">
                <a16:creationId xmlns:a16="http://schemas.microsoft.com/office/drawing/2014/main" id="{3CD77A5D-3237-2B25-ADF6-410A87590F8F}"/>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147974121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Advancing Energy Tech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8E2A70-27FD-7331-D298-00F062D0859B}"/>
              </a:ext>
              <a:ext uri="{C183D7F6-B498-43B3-948B-1728B52AA6E4}">
                <adec:decorative xmlns:adec="http://schemas.microsoft.com/office/drawing/2017/decorative" val="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brightnessContrast bright="24000"/>
                    </a14:imgEffect>
                  </a14:imgLayer>
                </a14:imgProps>
              </a:ex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5" name="TextBox 4">
            <a:extLst>
              <a:ext uri="{FF2B5EF4-FFF2-40B4-BE49-F238E27FC236}">
                <a16:creationId xmlns:a16="http://schemas.microsoft.com/office/drawing/2014/main" id="{7BA74126-5639-875C-1C87-CF17CB72DB42}"/>
              </a:ext>
            </a:extLst>
          </p:cNvPr>
          <p:cNvSpPr txBox="1"/>
          <p:nvPr userDrawn="1"/>
        </p:nvSpPr>
        <p:spPr>
          <a:xfrm>
            <a:off x="1630109" y="2233745"/>
            <a:ext cx="5883782" cy="615553"/>
          </a:xfrm>
          <a:prstGeom prst="rect">
            <a:avLst/>
          </a:prstGeom>
          <a:noFill/>
        </p:spPr>
        <p:txBody>
          <a:bodyPr wrap="square">
            <a:spAutoFit/>
          </a:bodyPr>
          <a:lstStyle/>
          <a:p>
            <a:pPr algn="ctr"/>
            <a:r>
              <a:rPr lang="en-US" sz="3400" b="0" kern="1200" baseline="0">
                <a:solidFill>
                  <a:schemeClr val="accent5"/>
                </a:solidFill>
                <a:latin typeface="+mj-lt"/>
                <a:ea typeface="+mj-ea"/>
                <a:cs typeface="Arial"/>
              </a:rPr>
              <a:t>Advancing Energy</a:t>
            </a:r>
            <a:r>
              <a:rPr lang="en-US" sz="3400" b="0" kern="1200" baseline="0">
                <a:solidFill>
                  <a:schemeClr val="accent5"/>
                </a:solidFill>
                <a:latin typeface="+mj-lt"/>
                <a:ea typeface="+mn-ea"/>
                <a:cs typeface="Arial"/>
              </a:rPr>
              <a:t> </a:t>
            </a:r>
            <a:r>
              <a:rPr lang="en-US" sz="3400" b="0" kern="1200" baseline="0">
                <a:solidFill>
                  <a:schemeClr val="accent5"/>
                </a:solidFill>
                <a:latin typeface="+mj-lt"/>
                <a:ea typeface="+mj-ea"/>
                <a:cs typeface="Arial"/>
              </a:rPr>
              <a:t>Tech</a:t>
            </a:r>
          </a:p>
        </p:txBody>
      </p:sp>
      <p:sp>
        <p:nvSpPr>
          <p:cNvPr id="4" name="Footer Placeholder 3">
            <a:extLst>
              <a:ext uri="{FF2B5EF4-FFF2-40B4-BE49-F238E27FC236}">
                <a16:creationId xmlns:a16="http://schemas.microsoft.com/office/drawing/2014/main" id="{78D35692-8A35-2FEA-1996-DE57ED0DBF9F}"/>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©2026 Schneider Electric. All Rights Reserved.</a:t>
            </a:r>
            <a:endParaRPr lang="en-US">
              <a:solidFill>
                <a:schemeClr val="tx1"/>
              </a:solidFill>
            </a:endParaRPr>
          </a:p>
        </p:txBody>
      </p:sp>
      <p:sp>
        <p:nvSpPr>
          <p:cNvPr id="7" name="Slide Number Placeholder 6">
            <a:extLst>
              <a:ext uri="{FF2B5EF4-FFF2-40B4-BE49-F238E27FC236}">
                <a16:creationId xmlns:a16="http://schemas.microsoft.com/office/drawing/2014/main" id="{630C606C-C7E6-2192-B2C7-AEE1819DFE3D}"/>
              </a:ext>
              <a:ext uri="{C183D7F6-B498-43B3-948B-1728B52AA6E4}">
                <adec:decorative xmlns:adec="http://schemas.microsoft.com/office/drawing/2017/decorative" val="1"/>
              </a:ext>
            </a:extLst>
          </p:cNvPr>
          <p:cNvSpPr>
            <a:spLocks noGrp="1"/>
          </p:cNvSpPr>
          <p:nvPr>
            <p:ph type="sldNum" sz="quarter" idx="11"/>
          </p:nvPr>
        </p:nvSpPr>
        <p:spPr/>
        <p:txBody>
          <a:bodyPr/>
          <a:lstStyle/>
          <a:p>
            <a:r>
              <a:rPr lang="en-US">
                <a:ea typeface="Zalando Sans Medium" pitchFamily="2" charset="77"/>
              </a:rPr>
              <a:t>|</a:t>
            </a:r>
            <a:r>
              <a:rPr lang="en-US"/>
              <a:t> Page </a:t>
            </a:r>
            <a:fld id="{5A9C12DC-491F-9444-86A2-13AC5C62A2FC}" type="slidenum">
              <a:rPr lang="en-US" smtClean="0"/>
              <a:pPr/>
              <a:t>‹#›</a:t>
            </a:fld>
            <a:endParaRPr lang="en-US"/>
          </a:p>
        </p:txBody>
      </p:sp>
    </p:spTree>
    <p:extLst>
      <p:ext uri="{BB962C8B-B14F-4D97-AF65-F5344CB8AC3E}">
        <p14:creationId xmlns:p14="http://schemas.microsoft.com/office/powerpoint/2010/main" val="550488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865E788-12B5-D1B2-ECDA-46D07D1A8DB4}"/>
              </a:ext>
              <a:ext uri="{C183D7F6-B498-43B3-948B-1728B52AA6E4}">
                <adec:decorative xmlns:adec="http://schemas.microsoft.com/office/drawing/2017/decorative" val="1"/>
              </a:ext>
            </a:extLst>
          </p:cNvPr>
          <p:cNvGrpSpPr/>
          <p:nvPr userDrawn="1"/>
        </p:nvGrpSpPr>
        <p:grpSpPr>
          <a:xfrm>
            <a:off x="0" y="0"/>
            <a:ext cx="9144000" cy="5143500"/>
            <a:chOff x="0" y="0"/>
            <a:chExt cx="9144000" cy="5143500"/>
          </a:xfrm>
        </p:grpSpPr>
        <p:pic>
          <p:nvPicPr>
            <p:cNvPr id="4" name="Picture 3">
              <a:extLst>
                <a:ext uri="{FF2B5EF4-FFF2-40B4-BE49-F238E27FC236}">
                  <a16:creationId xmlns:a16="http://schemas.microsoft.com/office/drawing/2014/main" id="{9DE9C7D6-1D4E-8818-CE5F-99592346884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pic>
          <p:nvPicPr>
            <p:cNvPr id="5" name="Picture 4">
              <a:extLst>
                <a:ext uri="{FF2B5EF4-FFF2-40B4-BE49-F238E27FC236}">
                  <a16:creationId xmlns:a16="http://schemas.microsoft.com/office/drawing/2014/main" id="{98DD973D-7CD6-921E-2053-18684B25C20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6903313" y="4524188"/>
              <a:ext cx="2240685" cy="619311"/>
            </a:xfrm>
            <a:prstGeom prst="rect">
              <a:avLst/>
            </a:prstGeom>
          </p:spPr>
        </p:pic>
      </p:grpSp>
      <p:sp>
        <p:nvSpPr>
          <p:cNvPr id="7" name="se.com capsule" descr="SE.com CTA&#10;">
            <a:hlinkClick r:id="rId4"/>
            <a:extLst>
              <a:ext uri="{FF2B5EF4-FFF2-40B4-BE49-F238E27FC236}">
                <a16:creationId xmlns:a16="http://schemas.microsoft.com/office/drawing/2014/main" id="{E1E1529A-0E44-3BA2-8E24-2790BDA61571}"/>
              </a:ext>
            </a:extLst>
          </p:cNvPr>
          <p:cNvSpPr/>
          <p:nvPr userDrawn="1"/>
        </p:nvSpPr>
        <p:spPr>
          <a:xfrm>
            <a:off x="457198" y="4156075"/>
            <a:ext cx="1103804" cy="323850"/>
          </a:xfrm>
          <a:prstGeom prst="roundRect">
            <a:avLst>
              <a:gd name="adj" fmla="val 50000"/>
            </a:avLst>
          </a:prstGeom>
          <a:noFill/>
          <a:ln w="9525" cap="flat" cmpd="sng" algn="ctr">
            <a:solidFill>
              <a:srgbClr val="3DCD58"/>
            </a:solidFill>
            <a:prstDash val="solid"/>
          </a:ln>
          <a:effectLst/>
        </p:spPr>
        <p:txBody>
          <a:bodyPr lIns="0" tIns="0" rIns="0" bIns="18000" rtlCol="0" anchor="ctr"/>
          <a:lstStyle/>
          <a:p>
            <a:pPr marL="0" marR="0" lvl="0" indent="0" algn="ctr" defTabSz="457184" eaLnBrk="1" fontAlgn="auto" latinLnBrk="0" hangingPunct="1">
              <a:lnSpc>
                <a:spcPct val="100000"/>
              </a:lnSpc>
              <a:spcBef>
                <a:spcPts val="0"/>
              </a:spcBef>
              <a:spcAft>
                <a:spcPts val="0"/>
              </a:spcAft>
              <a:buClrTx/>
              <a:buSzTx/>
              <a:buFontTx/>
              <a:buNone/>
              <a:tabLst/>
              <a:defRPr/>
            </a:pPr>
            <a:r>
              <a:rPr kumimoji="0" lang="en-GB" sz="1400" b="0" i="0" u="none" strike="noStrike" kern="0" cap="none" spc="0" normalizeH="0" baseline="0" noProof="0">
                <a:ln>
                  <a:noFill/>
                </a:ln>
                <a:solidFill>
                  <a:schemeClr val="accent5"/>
                </a:solidFill>
                <a:effectLst/>
                <a:uLnTx/>
                <a:uFillTx/>
                <a:latin typeface="+mj-lt"/>
              </a:rPr>
              <a:t>s</a:t>
            </a:r>
            <a:r>
              <a:rPr kumimoji="0" lang="en-PL" sz="1400" b="0" i="0" u="none" strike="noStrike" kern="0" cap="none" spc="0" normalizeH="0" baseline="0" noProof="0">
                <a:ln>
                  <a:noFill/>
                </a:ln>
                <a:solidFill>
                  <a:schemeClr val="accent5"/>
                </a:solidFill>
                <a:effectLst/>
                <a:uLnTx/>
                <a:uFillTx/>
                <a:latin typeface="+mj-lt"/>
              </a:rPr>
              <a:t>e.com</a:t>
            </a:r>
          </a:p>
        </p:txBody>
      </p:sp>
      <p:sp>
        <p:nvSpPr>
          <p:cNvPr id="16" name="TextBox 15">
            <a:extLst>
              <a:ext uri="{FF2B5EF4-FFF2-40B4-BE49-F238E27FC236}">
                <a16:creationId xmlns:a16="http://schemas.microsoft.com/office/drawing/2014/main" id="{380DA468-9734-3831-CC35-7DFF4689E082}"/>
              </a:ext>
            </a:extLst>
          </p:cNvPr>
          <p:cNvSpPr txBox="1"/>
          <p:nvPr userDrawn="1"/>
        </p:nvSpPr>
        <p:spPr>
          <a:xfrm>
            <a:off x="2240686" y="4041000"/>
            <a:ext cx="4563070" cy="492443"/>
          </a:xfrm>
          <a:prstGeom prst="rect">
            <a:avLst/>
          </a:prstGeom>
          <a:noFill/>
        </p:spPr>
        <p:txBody>
          <a:bodyPr wrap="square" lIns="0" tIns="0" rIns="0" bIns="0" rtlCol="0">
            <a:spAutoFit/>
          </a:bodyPr>
          <a:lstStyle/>
          <a:p>
            <a:pPr marL="179381" marR="0" lvl="1" indent="0" algn="ctr" defTabSz="447659" rtl="0" eaLnBrk="1" fontAlgn="auto" latinLnBrk="0" hangingPunct="1">
              <a:lnSpc>
                <a:spcPct val="100000"/>
              </a:lnSpc>
              <a:spcBef>
                <a:spcPts val="1100"/>
              </a:spcBef>
              <a:spcAft>
                <a:spcPts val="500"/>
              </a:spcAft>
              <a:buClr>
                <a:srgbClr val="36C746"/>
              </a:buClr>
              <a:buSzTx/>
              <a:buFont typeface="Arial" pitchFamily="34" charset="0"/>
              <a:buNone/>
              <a:tabLst/>
              <a:defRPr/>
            </a:pPr>
            <a:r>
              <a:rPr kumimoji="0" lang="en-US" sz="800" b="0" i="0" u="none" strike="noStrike" kern="1200" cap="none" spc="0" normalizeH="0" baseline="0" noProof="0">
                <a:ln>
                  <a:noFill/>
                </a:ln>
                <a:solidFill>
                  <a:schemeClr val="accent5"/>
                </a:solidFill>
                <a:effectLst/>
                <a:uLnTx/>
                <a:uFillTx/>
                <a:latin typeface="+mn-lt"/>
                <a:cs typeface="Arial"/>
              </a:rPr>
              <a:t>©2026 Schneider Electric. All Rights Reserved. </a:t>
            </a:r>
            <a:br>
              <a:rPr kumimoji="0" lang="en-US" sz="800" b="0" i="0" u="none" strike="noStrike" kern="1200" cap="none" spc="0" normalizeH="0" baseline="0" noProof="0">
                <a:ln>
                  <a:noFill/>
                </a:ln>
                <a:solidFill>
                  <a:schemeClr val="accent5"/>
                </a:solidFill>
                <a:effectLst/>
                <a:uLnTx/>
                <a:uFillTx/>
                <a:latin typeface="+mn-lt"/>
                <a:cs typeface="Arial"/>
              </a:rPr>
            </a:br>
            <a:r>
              <a:rPr kumimoji="0" lang="en-US" sz="800" b="0" i="0" u="none" strike="noStrike" kern="1200" cap="none" spc="0" normalizeH="0" baseline="0" noProof="0">
                <a:ln>
                  <a:noFill/>
                </a:ln>
                <a:solidFill>
                  <a:schemeClr val="accent5"/>
                </a:solidFill>
                <a:effectLst/>
                <a:uLnTx/>
                <a:uFillTx/>
                <a:latin typeface="+mn-lt"/>
                <a:cs typeface="Arial"/>
              </a:rPr>
              <a:t>Schneider Electric trademark</a:t>
            </a:r>
            <a:r>
              <a:rPr lang="en-US" sz="800">
                <a:solidFill>
                  <a:schemeClr val="accent5"/>
                </a:solidFill>
                <a:latin typeface="+mn-lt"/>
                <a:cs typeface="Arial"/>
              </a:rPr>
              <a:t> </a:t>
            </a:r>
            <a:r>
              <a:rPr kumimoji="0" lang="en-US" sz="800" b="0" i="0" u="none" strike="noStrike" kern="1200" cap="none" spc="0" normalizeH="0" baseline="0" noProof="0">
                <a:ln>
                  <a:noFill/>
                </a:ln>
                <a:solidFill>
                  <a:schemeClr val="accent5"/>
                </a:solidFill>
                <a:effectLst/>
                <a:uLnTx/>
                <a:uFillTx/>
                <a:latin typeface="+mn-lt"/>
                <a:cs typeface="Arial"/>
              </a:rPr>
              <a:t>is the property of Schneider Electric, </a:t>
            </a:r>
            <a:br>
              <a:rPr kumimoji="0" lang="en-US" sz="800" b="0" i="0" u="none" strike="noStrike" kern="1200" cap="none" spc="0" normalizeH="0" baseline="0" noProof="0">
                <a:ln>
                  <a:noFill/>
                </a:ln>
                <a:solidFill>
                  <a:schemeClr val="accent5"/>
                </a:solidFill>
                <a:effectLst/>
                <a:uLnTx/>
                <a:uFillTx/>
                <a:latin typeface="+mn-lt"/>
                <a:cs typeface="Arial"/>
              </a:rPr>
            </a:br>
            <a:r>
              <a:rPr kumimoji="0" lang="en-US" sz="800" b="0" i="0" u="none" strike="noStrike" kern="1200" cap="none" spc="0" normalizeH="0" baseline="0" noProof="0">
                <a:ln>
                  <a:noFill/>
                </a:ln>
                <a:solidFill>
                  <a:schemeClr val="accent5"/>
                </a:solidFill>
                <a:effectLst/>
                <a:uLnTx/>
                <a:uFillTx/>
                <a:latin typeface="+mn-lt"/>
                <a:cs typeface="Arial"/>
              </a:rPr>
              <a:t>its subsidiaries, and affiliated companies.</a:t>
            </a:r>
            <a:br>
              <a:rPr kumimoji="0" lang="en-US" sz="800" b="0" i="0" u="none" strike="noStrike" kern="1200" cap="none" spc="0" normalizeH="0" baseline="0" noProof="0">
                <a:ln>
                  <a:noFill/>
                </a:ln>
                <a:solidFill>
                  <a:schemeClr val="accent5"/>
                </a:solidFill>
                <a:effectLst/>
                <a:uLnTx/>
                <a:uFillTx/>
                <a:latin typeface="+mn-lt"/>
                <a:cs typeface="Arial"/>
              </a:rPr>
            </a:br>
            <a:r>
              <a:rPr kumimoji="0" lang="en-US" sz="800" b="0" i="0" u="none" strike="noStrike" kern="1200" cap="none" spc="0" normalizeH="0" baseline="0" noProof="0">
                <a:ln>
                  <a:noFill/>
                </a:ln>
                <a:solidFill>
                  <a:schemeClr val="accent5"/>
                </a:solidFill>
                <a:effectLst/>
                <a:uLnTx/>
                <a:uFillTx/>
                <a:latin typeface="+mn-lt"/>
                <a:cs typeface="Arial"/>
              </a:rPr>
              <a:t>All other trademarks are the property of their respective owners</a:t>
            </a:r>
          </a:p>
        </p:txBody>
      </p:sp>
      <p:pic>
        <p:nvPicPr>
          <p:cNvPr id="8" name="facebook icon" descr="Facebook icon">
            <a:hlinkClick r:id="rId5"/>
            <a:extLst>
              <a:ext uri="{FF2B5EF4-FFF2-40B4-BE49-F238E27FC236}">
                <a16:creationId xmlns:a16="http://schemas.microsoft.com/office/drawing/2014/main" id="{7E1C6BE9-7538-6CAC-0B3A-1579B56EEE2B}"/>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6983168" y="4217281"/>
            <a:ext cx="201437" cy="201438"/>
          </a:xfrm>
          <a:prstGeom prst="rect">
            <a:avLst/>
          </a:prstGeom>
        </p:spPr>
      </p:pic>
      <p:pic>
        <p:nvPicPr>
          <p:cNvPr id="11" name="Linkedin icon" descr="LinkedIn icon">
            <a:hlinkClick r:id="rId7"/>
            <a:extLst>
              <a:ext uri="{FF2B5EF4-FFF2-40B4-BE49-F238E27FC236}">
                <a16:creationId xmlns:a16="http://schemas.microsoft.com/office/drawing/2014/main" id="{F51D168B-CBC4-E864-5AAA-2E3CAF556CE3}"/>
              </a:ext>
            </a:extLst>
          </p:cNvPr>
          <p:cNvPicPr>
            <a:picLocks noChangeAspect="1"/>
          </p:cNvPicPr>
          <p:nvPr userDrawn="1"/>
        </p:nvPicPr>
        <p:blipFill>
          <a:blip>
            <a:extLst>
              <a:ext uri="{96DAC541-7B7A-43D3-8B79-37D633B846F1}">
                <asvg:svgBlip xmlns:asvg="http://schemas.microsoft.com/office/drawing/2016/SVG/main" r:embed="rId8"/>
              </a:ext>
            </a:extLst>
          </a:blip>
          <a:srcRect/>
          <a:stretch/>
        </p:blipFill>
        <p:spPr>
          <a:xfrm>
            <a:off x="7290131" y="4232776"/>
            <a:ext cx="201437" cy="170448"/>
          </a:xfrm>
          <a:prstGeom prst="rect">
            <a:avLst/>
          </a:prstGeom>
        </p:spPr>
      </p:pic>
      <p:pic>
        <p:nvPicPr>
          <p:cNvPr id="12" name="YouTube icon" descr="YouTube icon">
            <a:hlinkClick r:id="rId9"/>
            <a:extLst>
              <a:ext uri="{FF2B5EF4-FFF2-40B4-BE49-F238E27FC236}">
                <a16:creationId xmlns:a16="http://schemas.microsoft.com/office/drawing/2014/main" id="{68577729-8372-9CDC-3225-4F726E44C919}"/>
              </a:ext>
            </a:extLst>
          </p:cNvPr>
          <p:cNvPicPr>
            <a:picLocks noChangeAspect="1"/>
          </p:cNvPicPr>
          <p:nvPr userDrawn="1"/>
        </p:nvPicPr>
        <p:blipFill>
          <a:blip>
            <a:extLst>
              <a:ext uri="{96DAC541-7B7A-43D3-8B79-37D633B846F1}">
                <asvg:svgBlip xmlns:asvg="http://schemas.microsoft.com/office/drawing/2016/SVG/main" r:embed="rId10"/>
              </a:ext>
            </a:extLst>
          </a:blip>
          <a:srcRect/>
          <a:stretch/>
        </p:blipFill>
        <p:spPr>
          <a:xfrm>
            <a:off x="7597094" y="4242028"/>
            <a:ext cx="221581" cy="151942"/>
          </a:xfrm>
          <a:prstGeom prst="rect">
            <a:avLst/>
          </a:prstGeom>
        </p:spPr>
      </p:pic>
      <p:pic>
        <p:nvPicPr>
          <p:cNvPr id="13" name="X icon" descr="Twitter/X icon">
            <a:hlinkClick r:id="rId11"/>
            <a:extLst>
              <a:ext uri="{FF2B5EF4-FFF2-40B4-BE49-F238E27FC236}">
                <a16:creationId xmlns:a16="http://schemas.microsoft.com/office/drawing/2014/main" id="{EAD5DFC1-E4C6-871E-0E68-BB043383E919}"/>
              </a:ext>
            </a:extLst>
          </p:cNvPr>
          <p:cNvPicPr>
            <a:picLocks noChangeAspect="1"/>
          </p:cNvPicPr>
          <p:nvPr userDrawn="1"/>
        </p:nvPicPr>
        <p:blipFill>
          <a:blip>
            <a:extLst>
              <a:ext uri="{96DAC541-7B7A-43D3-8B79-37D633B846F1}">
                <asvg:svgBlip xmlns:asvg="http://schemas.microsoft.com/office/drawing/2016/SVG/main" r:embed="rId12"/>
              </a:ext>
            </a:extLst>
          </a:blip>
          <a:srcRect/>
          <a:stretch/>
        </p:blipFill>
        <p:spPr>
          <a:xfrm>
            <a:off x="7926199" y="4226075"/>
            <a:ext cx="179853" cy="183850"/>
          </a:xfrm>
          <a:prstGeom prst="rect">
            <a:avLst/>
          </a:prstGeom>
        </p:spPr>
      </p:pic>
      <p:pic>
        <p:nvPicPr>
          <p:cNvPr id="14" name="Instagram icon" descr="Instagram icon">
            <a:hlinkClick r:id="rId13"/>
            <a:extLst>
              <a:ext uri="{FF2B5EF4-FFF2-40B4-BE49-F238E27FC236}">
                <a16:creationId xmlns:a16="http://schemas.microsoft.com/office/drawing/2014/main" id="{A3B56502-78F0-ECFE-454F-D959B8994BDB}"/>
              </a:ext>
            </a:extLst>
          </p:cNvPr>
          <p:cNvPicPr>
            <a:picLocks noChangeAspect="1"/>
          </p:cNvPicPr>
          <p:nvPr userDrawn="1"/>
        </p:nvPicPr>
        <p:blipFill>
          <a:blip>
            <a:extLst>
              <a:ext uri="{96DAC541-7B7A-43D3-8B79-37D633B846F1}">
                <asvg:svgBlip xmlns:asvg="http://schemas.microsoft.com/office/drawing/2016/SVG/main" r:embed="rId14"/>
              </a:ext>
            </a:extLst>
          </a:blip>
          <a:srcRect/>
          <a:stretch/>
        </p:blipFill>
        <p:spPr>
          <a:xfrm>
            <a:off x="8213576" y="4226075"/>
            <a:ext cx="183849" cy="183850"/>
          </a:xfrm>
          <a:prstGeom prst="rect">
            <a:avLst/>
          </a:prstGeom>
        </p:spPr>
      </p:pic>
      <p:pic>
        <p:nvPicPr>
          <p:cNvPr id="15" name="SE blog icon" descr="SE Blog icon&#10;">
            <a:hlinkClick r:id="rId15"/>
            <a:extLst>
              <a:ext uri="{FF2B5EF4-FFF2-40B4-BE49-F238E27FC236}">
                <a16:creationId xmlns:a16="http://schemas.microsoft.com/office/drawing/2014/main" id="{4A1EF6C2-8985-125D-8994-A171A7815917}"/>
              </a:ext>
            </a:extLst>
          </p:cNvPr>
          <p:cNvPicPr>
            <a:picLocks noChangeAspect="1"/>
          </p:cNvPicPr>
          <p:nvPr userDrawn="1"/>
        </p:nvPicPr>
        <p:blipFill>
          <a:blip>
            <a:extLst>
              <a:ext uri="{96DAC541-7B7A-43D3-8B79-37D633B846F1}">
                <asvg:svgBlip xmlns:asvg="http://schemas.microsoft.com/office/drawing/2016/SVG/main" r:embed="rId16"/>
              </a:ext>
            </a:extLst>
          </a:blip>
          <a:srcRect/>
          <a:stretch/>
        </p:blipFill>
        <p:spPr>
          <a:xfrm>
            <a:off x="8502951" y="4226075"/>
            <a:ext cx="183849" cy="183850"/>
          </a:xfrm>
          <a:prstGeom prst="rect">
            <a:avLst/>
          </a:prstGeom>
        </p:spPr>
      </p:pic>
      <p:pic>
        <p:nvPicPr>
          <p:cNvPr id="6" name="Graphic 5">
            <a:extLst>
              <a:ext uri="{FF2B5EF4-FFF2-40B4-BE49-F238E27FC236}">
                <a16:creationId xmlns:a16="http://schemas.microsoft.com/office/drawing/2014/main" id="{18EB856C-EC88-984B-D986-26C75786BE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17"/>
              </a:ext>
            </a:extLst>
          </a:blip>
          <a:srcRect/>
          <a:stretch/>
        </p:blipFill>
        <p:spPr>
          <a:xfrm>
            <a:off x="3291114" y="2192229"/>
            <a:ext cx="2561770" cy="759042"/>
          </a:xfrm>
          <a:prstGeom prst="rect">
            <a:avLst/>
          </a:prstGeom>
        </p:spPr>
      </p:pic>
    </p:spTree>
    <p:extLst>
      <p:ext uri="{BB962C8B-B14F-4D97-AF65-F5344CB8AC3E}">
        <p14:creationId xmlns:p14="http://schemas.microsoft.com/office/powerpoint/2010/main" val="196771472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slideLayout" Target="../slideLayouts/slideLayout43.xml"/><Relationship Id="rId26" Type="http://schemas.openxmlformats.org/officeDocument/2006/relationships/theme" Target="../theme/theme2.xml"/><Relationship Id="rId3" Type="http://schemas.openxmlformats.org/officeDocument/2006/relationships/slideLayout" Target="../slideLayouts/slideLayout28.xml"/><Relationship Id="rId21" Type="http://schemas.openxmlformats.org/officeDocument/2006/relationships/slideLayout" Target="../slideLayouts/slideLayout46.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5" Type="http://schemas.openxmlformats.org/officeDocument/2006/relationships/slideLayout" Target="../slideLayouts/slideLayout50.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20" Type="http://schemas.openxmlformats.org/officeDocument/2006/relationships/slideLayout" Target="../slideLayouts/slideLayout45.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24" Type="http://schemas.openxmlformats.org/officeDocument/2006/relationships/slideLayout" Target="../slideLayouts/slideLayout49.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23" Type="http://schemas.openxmlformats.org/officeDocument/2006/relationships/slideLayout" Target="../slideLayouts/slideLayout48.xml"/><Relationship Id="rId10" Type="http://schemas.openxmlformats.org/officeDocument/2006/relationships/slideLayout" Target="../slideLayouts/slideLayout35.xml"/><Relationship Id="rId19" Type="http://schemas.openxmlformats.org/officeDocument/2006/relationships/slideLayout" Target="../slideLayouts/slideLayout44.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 Id="rId22" Type="http://schemas.openxmlformats.org/officeDocument/2006/relationships/slideLayout" Target="../slideLayouts/slideLayout47.xml"/><Relationship Id="rId27" Type="http://schemas.openxmlformats.org/officeDocument/2006/relationships/image" Target="../media/image14.sv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slideLayout" Target="../slideLayouts/slideLayout68.xml"/><Relationship Id="rId26" Type="http://schemas.openxmlformats.org/officeDocument/2006/relationships/theme" Target="../theme/theme3.xml"/><Relationship Id="rId3" Type="http://schemas.openxmlformats.org/officeDocument/2006/relationships/slideLayout" Target="../slideLayouts/slideLayout53.xml"/><Relationship Id="rId21" Type="http://schemas.openxmlformats.org/officeDocument/2006/relationships/slideLayout" Target="../slideLayouts/slideLayout71.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5" Type="http://schemas.openxmlformats.org/officeDocument/2006/relationships/slideLayout" Target="../slideLayouts/slideLayout75.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0" Type="http://schemas.openxmlformats.org/officeDocument/2006/relationships/slideLayout" Target="../slideLayouts/slideLayout70.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24" Type="http://schemas.openxmlformats.org/officeDocument/2006/relationships/slideLayout" Target="../slideLayouts/slideLayout74.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23" Type="http://schemas.openxmlformats.org/officeDocument/2006/relationships/slideLayout" Target="../slideLayouts/slideLayout73.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slideLayout" Target="../slideLayouts/slideLayout72.xml"/><Relationship Id="rId27" Type="http://schemas.openxmlformats.org/officeDocument/2006/relationships/image" Target="../media/image14.sv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slideLayout" Target="../slideLayouts/slideLayout88.xml"/><Relationship Id="rId18" Type="http://schemas.openxmlformats.org/officeDocument/2006/relationships/slideLayout" Target="../slideLayouts/slideLayout93.xml"/><Relationship Id="rId26" Type="http://schemas.openxmlformats.org/officeDocument/2006/relationships/theme" Target="../theme/theme4.xml"/><Relationship Id="rId3" Type="http://schemas.openxmlformats.org/officeDocument/2006/relationships/slideLayout" Target="../slideLayouts/slideLayout78.xml"/><Relationship Id="rId21" Type="http://schemas.openxmlformats.org/officeDocument/2006/relationships/slideLayout" Target="../slideLayouts/slideLayout96.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slideLayout" Target="../slideLayouts/slideLayout92.xml"/><Relationship Id="rId25" Type="http://schemas.openxmlformats.org/officeDocument/2006/relationships/slideLayout" Target="../slideLayouts/slideLayout100.xml"/><Relationship Id="rId2" Type="http://schemas.openxmlformats.org/officeDocument/2006/relationships/slideLayout" Target="../slideLayouts/slideLayout77.xml"/><Relationship Id="rId16" Type="http://schemas.openxmlformats.org/officeDocument/2006/relationships/slideLayout" Target="../slideLayouts/slideLayout91.xml"/><Relationship Id="rId20" Type="http://schemas.openxmlformats.org/officeDocument/2006/relationships/slideLayout" Target="../slideLayouts/slideLayout95.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24" Type="http://schemas.openxmlformats.org/officeDocument/2006/relationships/slideLayout" Target="../slideLayouts/slideLayout99.xml"/><Relationship Id="rId5" Type="http://schemas.openxmlformats.org/officeDocument/2006/relationships/slideLayout" Target="../slideLayouts/slideLayout80.xml"/><Relationship Id="rId15" Type="http://schemas.openxmlformats.org/officeDocument/2006/relationships/slideLayout" Target="../slideLayouts/slideLayout90.xml"/><Relationship Id="rId23" Type="http://schemas.openxmlformats.org/officeDocument/2006/relationships/slideLayout" Target="../slideLayouts/slideLayout98.xml"/><Relationship Id="rId28" Type="http://schemas.openxmlformats.org/officeDocument/2006/relationships/image" Target="../media/image15.svg"/><Relationship Id="rId10" Type="http://schemas.openxmlformats.org/officeDocument/2006/relationships/slideLayout" Target="../slideLayouts/slideLayout85.xml"/><Relationship Id="rId19" Type="http://schemas.openxmlformats.org/officeDocument/2006/relationships/slideLayout" Target="../slideLayouts/slideLayout94.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 Id="rId22" Type="http://schemas.openxmlformats.org/officeDocument/2006/relationships/slideLayout" Target="../slideLayouts/slideLayout97.xml"/><Relationship Id="rId27" Type="http://schemas.openxmlformats.org/officeDocument/2006/relationships/image" Target="../media/image2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18A196C-A0F8-944A-D0EB-257EFE0C0128}"/>
              </a:ext>
            </a:extLst>
          </p:cNvPr>
          <p:cNvSpPr>
            <a:spLocks noGrp="1"/>
          </p:cNvSpPr>
          <p:nvPr>
            <p:ph type="title"/>
          </p:nvPr>
        </p:nvSpPr>
        <p:spPr>
          <a:xfrm>
            <a:off x="457197" y="425872"/>
            <a:ext cx="8229601" cy="289230"/>
          </a:xfrm>
          <a:prstGeom prst="rect">
            <a:avLst/>
          </a:prstGeom>
        </p:spPr>
        <p:txBody>
          <a:bodyPr vert="horz" lIns="0" tIns="0" rIns="0" bIns="0" rtlCol="0" anchor="t">
            <a:noAutofit/>
          </a:bodyPr>
          <a:lstStyle/>
          <a:p>
            <a:r>
              <a:rPr lang="fr-FR"/>
              <a:t>Modifiez le style du titre</a:t>
            </a:r>
            <a:endParaRPr lang="en-US"/>
          </a:p>
        </p:txBody>
      </p:sp>
      <p:sp>
        <p:nvSpPr>
          <p:cNvPr id="18" name="Text Placeholder 17">
            <a:extLst>
              <a:ext uri="{FF2B5EF4-FFF2-40B4-BE49-F238E27FC236}">
                <a16:creationId xmlns:a16="http://schemas.microsoft.com/office/drawing/2014/main" id="{3B23B392-A89E-F431-7FE8-8A31C7AC6497}"/>
              </a:ext>
            </a:extLst>
          </p:cNvPr>
          <p:cNvSpPr>
            <a:spLocks noGrp="1"/>
          </p:cNvSpPr>
          <p:nvPr>
            <p:ph type="body" idx="1"/>
          </p:nvPr>
        </p:nvSpPr>
        <p:spPr>
          <a:xfrm>
            <a:off x="457197" y="1508393"/>
            <a:ext cx="8229599" cy="2822602"/>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3" name="Footer Placeholder 12">
            <a:extLst>
              <a:ext uri="{FF2B5EF4-FFF2-40B4-BE49-F238E27FC236}">
                <a16:creationId xmlns:a16="http://schemas.microsoft.com/office/drawing/2014/main" id="{63994B45-762C-1DB7-2D34-64E9AA6670E5}"/>
              </a:ext>
              <a:ext uri="{C183D7F6-B498-43B3-948B-1728B52AA6E4}">
                <adec:decorative xmlns:adec="http://schemas.microsoft.com/office/drawing/2017/decorative" val="1"/>
              </a:ext>
            </a:extLst>
          </p:cNvPr>
          <p:cNvSpPr>
            <a:spLocks noGrp="1"/>
          </p:cNvSpPr>
          <p:nvPr>
            <p:ph type="ftr" sz="quarter" idx="3"/>
          </p:nvPr>
        </p:nvSpPr>
        <p:spPr>
          <a:xfrm>
            <a:off x="457198" y="4867446"/>
            <a:ext cx="1721517" cy="105253"/>
          </a:xfrm>
          <a:prstGeom prst="rect">
            <a:avLst/>
          </a:prstGeom>
        </p:spPr>
        <p:txBody>
          <a:bodyPr vert="horz" lIns="0" tIns="0" rIns="0" bIns="0" rtlCol="0" anchor="ctr"/>
          <a:lstStyle>
            <a:lvl1pPr marL="0" marR="0" indent="0" algn="l" defTabSz="457184" rtl="0" eaLnBrk="1" fontAlgn="auto" latinLnBrk="0" hangingPunct="1">
              <a:lnSpc>
                <a:spcPct val="100000"/>
              </a:lnSpc>
              <a:spcBef>
                <a:spcPts val="0"/>
              </a:spcBef>
              <a:spcAft>
                <a:spcPts val="0"/>
              </a:spcAft>
              <a:buClrTx/>
              <a:buSzTx/>
              <a:buFontTx/>
              <a:buNone/>
              <a:tabLst/>
              <a:defRPr sz="600">
                <a:solidFill>
                  <a:schemeClr val="tx1"/>
                </a:solidFill>
              </a:defRPr>
            </a:lvl1pPr>
          </a:lstStyle>
          <a:p>
            <a:r>
              <a:rPr lang="en-US"/>
              <a:t>©2026 Schneider Electric. All Rights Reserved.</a:t>
            </a:r>
            <a:endParaRPr lang="en-US">
              <a:solidFill>
                <a:schemeClr val="tx1"/>
              </a:solidFill>
            </a:endParaRPr>
          </a:p>
        </p:txBody>
      </p:sp>
      <p:sp>
        <p:nvSpPr>
          <p:cNvPr id="15" name="Slide number placeholder">
            <a:extLst>
              <a:ext uri="{FF2B5EF4-FFF2-40B4-BE49-F238E27FC236}">
                <a16:creationId xmlns:a16="http://schemas.microsoft.com/office/drawing/2014/main" id="{78C440B2-8C22-2B9D-B555-FF60AEA035AA}"/>
              </a:ext>
              <a:ext uri="{C183D7F6-B498-43B3-948B-1728B52AA6E4}">
                <adec:decorative xmlns:adec="http://schemas.microsoft.com/office/drawing/2017/decorative" val="1"/>
              </a:ext>
            </a:extLst>
          </p:cNvPr>
          <p:cNvSpPr>
            <a:spLocks noGrp="1"/>
          </p:cNvSpPr>
          <p:nvPr>
            <p:ph type="sldNum" sz="quarter" idx="4"/>
          </p:nvPr>
        </p:nvSpPr>
        <p:spPr>
          <a:xfrm>
            <a:off x="2183668" y="4873905"/>
            <a:ext cx="525690" cy="92333"/>
          </a:xfrm>
          <a:prstGeom prst="rect">
            <a:avLst/>
          </a:prstGeom>
        </p:spPr>
        <p:txBody>
          <a:bodyPr vert="horz" lIns="0" tIns="0" rIns="0" bIns="0" rtlCol="0" anchor="ctr">
            <a:spAutoFit/>
          </a:bodyPr>
          <a:lstStyle>
            <a:lvl1pPr algn="l">
              <a:defRPr sz="600">
                <a:solidFill>
                  <a:schemeClr val="tx1"/>
                </a:solidFill>
                <a:latin typeface="+mn-lt"/>
                <a:cs typeface="Arial"/>
              </a:defRPr>
            </a:lvl1pPr>
          </a:lstStyle>
          <a:p>
            <a:r>
              <a:rPr lang="en-US">
                <a:ea typeface="Zalando Sans Medium" pitchFamily="2" charset="77"/>
              </a:rPr>
              <a:t>|</a:t>
            </a:r>
            <a:r>
              <a:rPr lang="en-US"/>
              <a:t> Page </a:t>
            </a:r>
            <a:fld id="{5A9C12DC-491F-9444-86A2-13AC5C62A2FC}" type="slidenum">
              <a:rPr lang="en-US" smtClean="0"/>
              <a:pPr/>
              <a:t>‹#›</a:t>
            </a:fld>
            <a:endParaRPr lang="en-US"/>
          </a:p>
        </p:txBody>
      </p:sp>
      <p:pic>
        <p:nvPicPr>
          <p:cNvPr id="9" name="Picture 8">
            <a:extLst>
              <a:ext uri="{FF2B5EF4-FFF2-40B4-BE49-F238E27FC236}">
                <a16:creationId xmlns:a16="http://schemas.microsoft.com/office/drawing/2014/main" id="{008D7EB6-422E-F365-6799-97F6B8841D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7"/>
              </a:ext>
            </a:extLst>
          </a:blip>
          <a:srcRect/>
          <a:stretch/>
        </p:blipFill>
        <p:spPr>
          <a:xfrm>
            <a:off x="7710646" y="4687803"/>
            <a:ext cx="976154" cy="289230"/>
          </a:xfrm>
          <a:prstGeom prst="rect">
            <a:avLst/>
          </a:prstGeom>
        </p:spPr>
      </p:pic>
      <p:sp>
        <p:nvSpPr>
          <p:cNvPr id="4" name="ZoneTexte 3">
            <a:extLst>
              <a:ext uri="{FF2B5EF4-FFF2-40B4-BE49-F238E27FC236}">
                <a16:creationId xmlns:a16="http://schemas.microsoft.com/office/drawing/2014/main" id="{D0BDA974-5F1E-8566-FC96-6F102350CC05}"/>
              </a:ext>
            </a:extLst>
          </p:cNvPr>
          <p:cNvSpPr txBox="1"/>
          <p:nvPr userDrawn="1">
            <p:extLst>
              <p:ext uri="{1162E1C5-73C7-4A58-AE30-91384D911F3F}">
                <p184:classification xmlns:p184="http://schemas.microsoft.com/office/powerpoint/2018/4/main" val="ftr"/>
              </p:ext>
            </p:extLst>
          </p:nvPr>
        </p:nvSpPr>
        <p:spPr>
          <a:xfrm>
            <a:off x="4441825" y="4988560"/>
            <a:ext cx="276225" cy="91440"/>
          </a:xfrm>
          <a:prstGeom prst="rect">
            <a:avLst/>
          </a:prstGeom>
        </p:spPr>
        <p:txBody>
          <a:bodyPr horzOverflow="overflow" lIns="0" tIns="0" rIns="0" bIns="0">
            <a:spAutoFit/>
          </a:bodyPr>
          <a:lstStyle/>
          <a:p>
            <a:pPr algn="l"/>
            <a:r>
              <a:rPr lang="fr-FR" sz="600">
                <a:solidFill>
                  <a:srgbClr val="626469">
                    <a:alpha val="50000"/>
                  </a:srgbClr>
                </a:solidFill>
                <a:latin typeface="Aptos" panose="020B0004020202020204" pitchFamily="34" charset="0"/>
              </a:rPr>
              <a:t>General</a:t>
            </a:r>
          </a:p>
        </p:txBody>
      </p:sp>
    </p:spTree>
    <p:extLst>
      <p:ext uri="{BB962C8B-B14F-4D97-AF65-F5344CB8AC3E}">
        <p14:creationId xmlns:p14="http://schemas.microsoft.com/office/powerpoint/2010/main" val="1569160103"/>
      </p:ext>
    </p:extLst>
  </p:cSld>
  <p:clrMap bg1="lt1" tx1="dk1" bg2="lt2" tx2="dk2" accent1="accent1" accent2="accent2" accent3="accent3" accent4="accent4" accent5="accent5" accent6="accent6" hlink="hlink" folHlink="folHlink"/>
  <p:sldLayoutIdLst>
    <p:sldLayoutId id="2147483851" r:id="rId1"/>
    <p:sldLayoutId id="2147484068" r:id="rId2"/>
    <p:sldLayoutId id="2147484069" r:id="rId3"/>
    <p:sldLayoutId id="2147484015" r:id="rId4"/>
    <p:sldLayoutId id="2147484065" r:id="rId5"/>
    <p:sldLayoutId id="2147484070" r:id="rId6"/>
    <p:sldLayoutId id="2147484067" r:id="rId7"/>
    <p:sldLayoutId id="2147483932" r:id="rId8"/>
    <p:sldLayoutId id="2147483824" r:id="rId9"/>
    <p:sldLayoutId id="2147483837" r:id="rId10"/>
    <p:sldLayoutId id="2147483840" r:id="rId11"/>
    <p:sldLayoutId id="2147484004" r:id="rId12"/>
    <p:sldLayoutId id="2147483841" r:id="rId13"/>
    <p:sldLayoutId id="2147483844" r:id="rId14"/>
    <p:sldLayoutId id="2147484007" r:id="rId15"/>
    <p:sldLayoutId id="2147483852" r:id="rId16"/>
    <p:sldLayoutId id="2147483846" r:id="rId17"/>
    <p:sldLayoutId id="2147483757" r:id="rId18"/>
    <p:sldLayoutId id="2147484022" r:id="rId19"/>
    <p:sldLayoutId id="2147483754" r:id="rId20"/>
    <p:sldLayoutId id="2147483803" r:id="rId21"/>
    <p:sldLayoutId id="2147483996" r:id="rId22"/>
    <p:sldLayoutId id="2147484011" r:id="rId23"/>
    <p:sldLayoutId id="2147484033" r:id="rId24"/>
    <p:sldLayoutId id="2147484026" r:id="rId25"/>
  </p:sldLayoutIdLst>
  <p:hf hdr="0" dt="0"/>
  <p:txStyles>
    <p:titleStyle>
      <a:lvl1pPr algn="l" defTabSz="457184" rtl="0" eaLnBrk="1" latinLnBrk="0" hangingPunct="1">
        <a:lnSpc>
          <a:spcPts val="2400"/>
        </a:lnSpc>
        <a:spcBef>
          <a:spcPct val="0"/>
        </a:spcBef>
        <a:buNone/>
        <a:defRPr sz="2200" b="0" kern="1200">
          <a:solidFill>
            <a:schemeClr val="bg2"/>
          </a:solidFill>
          <a:latin typeface="+mj-lt"/>
          <a:ea typeface="+mj-ea"/>
          <a:cs typeface="Arial"/>
        </a:defRPr>
      </a:lvl1pPr>
    </p:titleStyle>
    <p:bodyStyle>
      <a:lvl1pPr marL="0" indent="0" algn="l" defTabSz="457184" rtl="0" eaLnBrk="1" latinLnBrk="0" hangingPunct="1">
        <a:lnSpc>
          <a:spcPts val="1900"/>
        </a:lnSpc>
        <a:spcBef>
          <a:spcPts val="500"/>
        </a:spcBef>
        <a:spcAft>
          <a:spcPts val="500"/>
        </a:spcAft>
        <a:buClr>
          <a:schemeClr val="bg2"/>
        </a:buClr>
        <a:buFont typeface="Arial" panose="020B0604020202020204" pitchFamily="34" charset="0"/>
        <a:buNone/>
        <a:defRPr sz="1400" b="0" kern="1200">
          <a:solidFill>
            <a:schemeClr val="tx1"/>
          </a:solidFill>
          <a:latin typeface="+mn-lt"/>
          <a:ea typeface="+mn-ea"/>
          <a:cs typeface="Arial"/>
        </a:defRPr>
      </a:lvl1pPr>
      <a:lvl2pPr marL="361938" indent="-182557" algn="l" defTabSz="447659" rtl="0" eaLnBrk="1" latinLnBrk="0" hangingPunct="1">
        <a:lnSpc>
          <a:spcPts val="1900"/>
        </a:lnSpc>
        <a:spcBef>
          <a:spcPts val="500"/>
        </a:spcBef>
        <a:spcAft>
          <a:spcPts val="500"/>
        </a:spcAft>
        <a:buClr>
          <a:schemeClr val="bg2"/>
        </a:buClr>
        <a:buFont typeface="Arial" pitchFamily="34" charset="0"/>
        <a:buChar char="•"/>
        <a:defRPr sz="1400" kern="1200">
          <a:solidFill>
            <a:schemeClr val="tx1"/>
          </a:solidFill>
          <a:latin typeface="+mn-lt"/>
          <a:ea typeface="+mn-ea"/>
          <a:cs typeface="Arial"/>
        </a:defRPr>
      </a:lvl2pPr>
      <a:lvl3pPr marL="538144" indent="-179382" algn="l" defTabSz="457184" rtl="0" eaLnBrk="1" latinLnBrk="0" hangingPunct="1">
        <a:lnSpc>
          <a:spcPts val="1900"/>
        </a:lnSpc>
        <a:spcBef>
          <a:spcPts val="500"/>
        </a:spcBef>
        <a:spcAft>
          <a:spcPts val="500"/>
        </a:spcAft>
        <a:buClr>
          <a:schemeClr val="bg2"/>
        </a:buClr>
        <a:buFont typeface="Arial" pitchFamily="34" charset="0"/>
        <a:buChar char="‒"/>
        <a:defRPr sz="1400" kern="1200">
          <a:solidFill>
            <a:schemeClr val="tx1"/>
          </a:solidFill>
          <a:latin typeface="+mn-lt"/>
          <a:ea typeface="+mn-ea"/>
          <a:cs typeface="Arial"/>
        </a:defRPr>
      </a:lvl3pPr>
      <a:lvl4pPr marL="719113" indent="-179382" algn="l" defTabSz="457184" rtl="0" eaLnBrk="1" latinLnBrk="0" hangingPunct="1">
        <a:lnSpc>
          <a:spcPts val="1900"/>
        </a:lnSpc>
        <a:spcBef>
          <a:spcPts val="500"/>
        </a:spcBef>
        <a:spcAft>
          <a:spcPts val="500"/>
        </a:spcAft>
        <a:buClr>
          <a:schemeClr val="bg2"/>
        </a:buClr>
        <a:buFont typeface="Arial" panose="020B0604020202020204" pitchFamily="34" charset="0"/>
        <a:buChar char="–"/>
        <a:defRPr sz="1400" kern="1200">
          <a:solidFill>
            <a:schemeClr val="tx1"/>
          </a:solidFill>
          <a:latin typeface="+mn-lt"/>
          <a:ea typeface="+mn-ea"/>
          <a:cs typeface="Arial"/>
        </a:defRPr>
      </a:lvl4pPr>
      <a:lvl5pPr marL="896906" indent="-185731" algn="l" defTabSz="457184" rtl="0" eaLnBrk="1" latinLnBrk="0" hangingPunct="1">
        <a:lnSpc>
          <a:spcPts val="1900"/>
        </a:lnSpc>
        <a:spcBef>
          <a:spcPts val="500"/>
        </a:spcBef>
        <a:spcAft>
          <a:spcPts val="500"/>
        </a:spcAft>
        <a:buClr>
          <a:schemeClr val="bg2"/>
        </a:buClr>
        <a:buFont typeface="Arial" panose="020B0604020202020204" pitchFamily="34" charset="0"/>
        <a:buChar char="–"/>
        <a:defRPr sz="1400" kern="1200">
          <a:solidFill>
            <a:schemeClr val="tx1"/>
          </a:solidFill>
          <a:latin typeface="+mn-lt"/>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lumMod val="75000"/>
            </a:schemeClr>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lumMod val="75000"/>
            </a:schemeClr>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4" orient="horz" pos="684" userDrawn="1">
          <p15:clr>
            <a:srgbClr val="F26B43"/>
          </p15:clr>
        </p15:guide>
        <p15:guide id="5" orient="horz" pos="948" userDrawn="1">
          <p15:clr>
            <a:srgbClr val="F26B43"/>
          </p15:clr>
        </p15:guide>
        <p15:guide id="6" orient="horz" pos="2724" userDrawn="1">
          <p15:clr>
            <a:srgbClr val="F26B43"/>
          </p15:clr>
        </p15:guide>
        <p15:guide id="8" orient="horz" pos="3125" userDrawn="1">
          <p15:clr>
            <a:srgbClr val="F26B43"/>
          </p15:clr>
        </p15:guide>
        <p15:guide id="9" pos="5472" userDrawn="1">
          <p15:clr>
            <a:srgbClr val="F26B43"/>
          </p15:clr>
        </p15:guide>
        <p15:guide id="10" pos="288" userDrawn="1">
          <p15:clr>
            <a:srgbClr val="F26B43"/>
          </p15:clr>
        </p15:guide>
        <p15:guide id="11" orient="horz" pos="27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5"/>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18A196C-A0F8-944A-D0EB-257EFE0C0128}"/>
              </a:ext>
            </a:extLst>
          </p:cNvPr>
          <p:cNvSpPr>
            <a:spLocks noGrp="1"/>
          </p:cNvSpPr>
          <p:nvPr>
            <p:ph type="title"/>
          </p:nvPr>
        </p:nvSpPr>
        <p:spPr>
          <a:xfrm>
            <a:off x="457197" y="425872"/>
            <a:ext cx="8229601" cy="289230"/>
          </a:xfrm>
          <a:prstGeom prst="rect">
            <a:avLst/>
          </a:prstGeom>
        </p:spPr>
        <p:txBody>
          <a:bodyPr vert="horz" lIns="0" tIns="0" rIns="0" bIns="0" rtlCol="0" anchor="t">
            <a:noAutofit/>
          </a:bodyPr>
          <a:lstStyle/>
          <a:p>
            <a:r>
              <a:rPr lang="en-US"/>
              <a:t>Click to edit master title style</a:t>
            </a:r>
          </a:p>
        </p:txBody>
      </p:sp>
      <p:sp>
        <p:nvSpPr>
          <p:cNvPr id="18" name="Text Placeholder 17">
            <a:extLst>
              <a:ext uri="{FF2B5EF4-FFF2-40B4-BE49-F238E27FC236}">
                <a16:creationId xmlns:a16="http://schemas.microsoft.com/office/drawing/2014/main" id="{3B23B392-A89E-F431-7FE8-8A31C7AC6497}"/>
              </a:ext>
            </a:extLst>
          </p:cNvPr>
          <p:cNvSpPr>
            <a:spLocks noGrp="1"/>
          </p:cNvSpPr>
          <p:nvPr>
            <p:ph type="body" idx="1"/>
          </p:nvPr>
        </p:nvSpPr>
        <p:spPr>
          <a:xfrm>
            <a:off x="457197" y="1508393"/>
            <a:ext cx="8229599" cy="282260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12">
            <a:extLst>
              <a:ext uri="{FF2B5EF4-FFF2-40B4-BE49-F238E27FC236}">
                <a16:creationId xmlns:a16="http://schemas.microsoft.com/office/drawing/2014/main" id="{63994B45-762C-1DB7-2D34-64E9AA6670E5}"/>
              </a:ext>
              <a:ext uri="{C183D7F6-B498-43B3-948B-1728B52AA6E4}">
                <adec:decorative xmlns:adec="http://schemas.microsoft.com/office/drawing/2017/decorative" val="1"/>
              </a:ext>
            </a:extLst>
          </p:cNvPr>
          <p:cNvSpPr>
            <a:spLocks noGrp="1"/>
          </p:cNvSpPr>
          <p:nvPr>
            <p:ph type="ftr" sz="quarter" idx="3"/>
          </p:nvPr>
        </p:nvSpPr>
        <p:spPr>
          <a:xfrm>
            <a:off x="457198" y="4867446"/>
            <a:ext cx="1721517" cy="105253"/>
          </a:xfrm>
          <a:prstGeom prst="rect">
            <a:avLst/>
          </a:prstGeom>
        </p:spPr>
        <p:txBody>
          <a:bodyPr vert="horz" lIns="0" tIns="0" rIns="0" bIns="0" rtlCol="0" anchor="ctr"/>
          <a:lstStyle>
            <a:lvl1pPr marL="0" marR="0" indent="0" algn="l" defTabSz="457184" rtl="0" eaLnBrk="1" fontAlgn="auto" latinLnBrk="0" hangingPunct="1">
              <a:lnSpc>
                <a:spcPct val="100000"/>
              </a:lnSpc>
              <a:spcBef>
                <a:spcPts val="0"/>
              </a:spcBef>
              <a:spcAft>
                <a:spcPts val="0"/>
              </a:spcAft>
              <a:buClrTx/>
              <a:buSzTx/>
              <a:buFontTx/>
              <a:buNone/>
              <a:tabLst/>
              <a:defRPr sz="600">
                <a:solidFill>
                  <a:schemeClr val="tx1"/>
                </a:solidFill>
              </a:defRPr>
            </a:lvl1pPr>
          </a:lstStyle>
          <a:p>
            <a:r>
              <a:rPr lang="en-US"/>
              <a:t>©2026 Schneider Electric. All Rights Reserved.</a:t>
            </a:r>
            <a:endParaRPr lang="en-US">
              <a:solidFill>
                <a:schemeClr val="tx1"/>
              </a:solidFill>
            </a:endParaRPr>
          </a:p>
        </p:txBody>
      </p:sp>
      <p:sp>
        <p:nvSpPr>
          <p:cNvPr id="15" name="Slide number placeholder">
            <a:extLst>
              <a:ext uri="{FF2B5EF4-FFF2-40B4-BE49-F238E27FC236}">
                <a16:creationId xmlns:a16="http://schemas.microsoft.com/office/drawing/2014/main" id="{78C440B2-8C22-2B9D-B555-FF60AEA035AA}"/>
              </a:ext>
              <a:ext uri="{C183D7F6-B498-43B3-948B-1728B52AA6E4}">
                <adec:decorative xmlns:adec="http://schemas.microsoft.com/office/drawing/2017/decorative" val="1"/>
              </a:ext>
            </a:extLst>
          </p:cNvPr>
          <p:cNvSpPr>
            <a:spLocks noGrp="1"/>
          </p:cNvSpPr>
          <p:nvPr>
            <p:ph type="sldNum" sz="quarter" idx="4"/>
          </p:nvPr>
        </p:nvSpPr>
        <p:spPr>
          <a:xfrm>
            <a:off x="2183668" y="4873905"/>
            <a:ext cx="525690" cy="92333"/>
          </a:xfrm>
          <a:prstGeom prst="rect">
            <a:avLst/>
          </a:prstGeom>
        </p:spPr>
        <p:txBody>
          <a:bodyPr vert="horz" lIns="0" tIns="0" rIns="0" bIns="0" rtlCol="0" anchor="ctr">
            <a:spAutoFit/>
          </a:bodyPr>
          <a:lstStyle>
            <a:lvl1pPr algn="l">
              <a:defRPr sz="600">
                <a:solidFill>
                  <a:schemeClr val="tx1"/>
                </a:solidFill>
                <a:latin typeface="+mn-lt"/>
                <a:cs typeface="Arial"/>
              </a:defRPr>
            </a:lvl1pPr>
          </a:lstStyle>
          <a:p>
            <a:r>
              <a:rPr lang="en-US">
                <a:ea typeface="Zalando Sans Medium" pitchFamily="2" charset="77"/>
              </a:rPr>
              <a:t>|</a:t>
            </a:r>
            <a:r>
              <a:rPr lang="en-US"/>
              <a:t> Page </a:t>
            </a:r>
            <a:fld id="{5A9C12DC-491F-9444-86A2-13AC5C62A2FC}" type="slidenum">
              <a:rPr lang="en-US" smtClean="0"/>
              <a:pPr/>
              <a:t>‹#›</a:t>
            </a:fld>
            <a:endParaRPr lang="en-US"/>
          </a:p>
        </p:txBody>
      </p:sp>
      <p:pic>
        <p:nvPicPr>
          <p:cNvPr id="9" name="Picture 8">
            <a:extLst>
              <a:ext uri="{FF2B5EF4-FFF2-40B4-BE49-F238E27FC236}">
                <a16:creationId xmlns:a16="http://schemas.microsoft.com/office/drawing/2014/main" id="{008D7EB6-422E-F365-6799-97F6B8841D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7"/>
              </a:ext>
            </a:extLst>
          </a:blip>
          <a:srcRect/>
          <a:stretch/>
        </p:blipFill>
        <p:spPr>
          <a:xfrm>
            <a:off x="7710646" y="4687803"/>
            <a:ext cx="976154" cy="289230"/>
          </a:xfrm>
          <a:prstGeom prst="rect">
            <a:avLst/>
          </a:prstGeom>
        </p:spPr>
      </p:pic>
      <p:sp>
        <p:nvSpPr>
          <p:cNvPr id="4" name="ZoneTexte 3">
            <a:extLst>
              <a:ext uri="{FF2B5EF4-FFF2-40B4-BE49-F238E27FC236}">
                <a16:creationId xmlns:a16="http://schemas.microsoft.com/office/drawing/2014/main" id="{ED08FA65-7E64-2D07-DAF9-0D6FB2BEE2E6}"/>
              </a:ext>
            </a:extLst>
          </p:cNvPr>
          <p:cNvSpPr txBox="1"/>
          <p:nvPr userDrawn="1">
            <p:extLst>
              <p:ext uri="{1162E1C5-73C7-4A58-AE30-91384D911F3F}">
                <p184:classification xmlns:p184="http://schemas.microsoft.com/office/powerpoint/2018/4/main" val="ftr"/>
              </p:ext>
            </p:extLst>
          </p:nvPr>
        </p:nvSpPr>
        <p:spPr>
          <a:xfrm>
            <a:off x="4441825" y="4988560"/>
            <a:ext cx="276225" cy="91440"/>
          </a:xfrm>
          <a:prstGeom prst="rect">
            <a:avLst/>
          </a:prstGeom>
        </p:spPr>
        <p:txBody>
          <a:bodyPr horzOverflow="overflow" lIns="0" tIns="0" rIns="0" bIns="0">
            <a:spAutoFit/>
          </a:bodyPr>
          <a:lstStyle/>
          <a:p>
            <a:pPr algn="l"/>
            <a:r>
              <a:rPr lang="fr-FR" sz="600">
                <a:solidFill>
                  <a:srgbClr val="626469">
                    <a:alpha val="50000"/>
                  </a:srgbClr>
                </a:solidFill>
                <a:latin typeface="Aptos" panose="020B0004020202020204" pitchFamily="34" charset="0"/>
              </a:rPr>
              <a:t>General</a:t>
            </a:r>
          </a:p>
        </p:txBody>
      </p:sp>
    </p:spTree>
    <p:extLst>
      <p:ext uri="{BB962C8B-B14F-4D97-AF65-F5344CB8AC3E}">
        <p14:creationId xmlns:p14="http://schemas.microsoft.com/office/powerpoint/2010/main" val="3463004925"/>
      </p:ext>
    </p:extLst>
  </p:cSld>
  <p:clrMap bg1="lt1" tx1="dk1" bg2="lt2" tx2="dk2" accent1="accent1" accent2="accent2" accent3="accent3" accent4="accent4" accent5="accent5" accent6="accent6" hlink="hlink" folHlink="folHlink"/>
  <p:sldLayoutIdLst>
    <p:sldLayoutId id="2147484353" r:id="rId1"/>
    <p:sldLayoutId id="2147484354" r:id="rId2"/>
    <p:sldLayoutId id="2147484355" r:id="rId3"/>
    <p:sldLayoutId id="2147484356" r:id="rId4"/>
    <p:sldLayoutId id="2147484357" r:id="rId5"/>
    <p:sldLayoutId id="2147484358" r:id="rId6"/>
    <p:sldLayoutId id="2147484359" r:id="rId7"/>
    <p:sldLayoutId id="2147484360" r:id="rId8"/>
    <p:sldLayoutId id="2147484361" r:id="rId9"/>
    <p:sldLayoutId id="2147484362" r:id="rId10"/>
    <p:sldLayoutId id="2147484363" r:id="rId11"/>
    <p:sldLayoutId id="2147484364" r:id="rId12"/>
    <p:sldLayoutId id="2147484365" r:id="rId13"/>
    <p:sldLayoutId id="2147484366" r:id="rId14"/>
    <p:sldLayoutId id="2147484367" r:id="rId15"/>
    <p:sldLayoutId id="2147484368" r:id="rId16"/>
    <p:sldLayoutId id="2147484369" r:id="rId17"/>
    <p:sldLayoutId id="2147484370" r:id="rId18"/>
    <p:sldLayoutId id="2147484371" r:id="rId19"/>
    <p:sldLayoutId id="2147484372" r:id="rId20"/>
    <p:sldLayoutId id="2147484373" r:id="rId21"/>
    <p:sldLayoutId id="2147484374" r:id="rId22"/>
    <p:sldLayoutId id="2147484375" r:id="rId23"/>
    <p:sldLayoutId id="2147484376" r:id="rId24"/>
    <p:sldLayoutId id="2147484377" r:id="rId25"/>
  </p:sldLayoutIdLst>
  <p:hf hdr="0" dt="0"/>
  <p:txStyles>
    <p:titleStyle>
      <a:lvl1pPr algn="l" defTabSz="457184" rtl="0" eaLnBrk="1" latinLnBrk="0" hangingPunct="1">
        <a:lnSpc>
          <a:spcPts val="2400"/>
        </a:lnSpc>
        <a:spcBef>
          <a:spcPct val="0"/>
        </a:spcBef>
        <a:buNone/>
        <a:defRPr sz="2200" b="0" kern="1200">
          <a:solidFill>
            <a:schemeClr val="tx1"/>
          </a:solidFill>
          <a:latin typeface="+mj-lt"/>
          <a:ea typeface="+mj-ea"/>
          <a:cs typeface="Arial"/>
        </a:defRPr>
      </a:lvl1pPr>
    </p:titleStyle>
    <p:bodyStyle>
      <a:lvl1pPr marL="0" indent="0" algn="l" defTabSz="457184" rtl="0" eaLnBrk="1" latinLnBrk="0" hangingPunct="1">
        <a:lnSpc>
          <a:spcPts val="1900"/>
        </a:lnSpc>
        <a:spcBef>
          <a:spcPts val="500"/>
        </a:spcBef>
        <a:spcAft>
          <a:spcPts val="500"/>
        </a:spcAft>
        <a:buClr>
          <a:schemeClr val="tx1"/>
        </a:buClr>
        <a:buFont typeface="Arial" panose="020B0604020202020204" pitchFamily="34" charset="0"/>
        <a:buNone/>
        <a:defRPr sz="1400" b="0" kern="1200">
          <a:solidFill>
            <a:schemeClr val="tx1"/>
          </a:solidFill>
          <a:latin typeface="+mn-lt"/>
          <a:ea typeface="+mn-ea"/>
          <a:cs typeface="Arial"/>
        </a:defRPr>
      </a:lvl1pPr>
      <a:lvl2pPr marL="361938" indent="-182557" algn="l" defTabSz="447659" rtl="0" eaLnBrk="1" latinLnBrk="0" hangingPunct="1">
        <a:lnSpc>
          <a:spcPts val="1900"/>
        </a:lnSpc>
        <a:spcBef>
          <a:spcPts val="500"/>
        </a:spcBef>
        <a:spcAft>
          <a:spcPts val="500"/>
        </a:spcAft>
        <a:buClr>
          <a:schemeClr val="tx1"/>
        </a:buClr>
        <a:buFont typeface="Arial" pitchFamily="34" charset="0"/>
        <a:buChar char="•"/>
        <a:defRPr sz="1400" kern="1200">
          <a:solidFill>
            <a:schemeClr val="tx1"/>
          </a:solidFill>
          <a:latin typeface="+mn-lt"/>
          <a:ea typeface="+mn-ea"/>
          <a:cs typeface="Arial"/>
        </a:defRPr>
      </a:lvl2pPr>
      <a:lvl3pPr marL="538144" indent="-179382" algn="l" defTabSz="457184" rtl="0" eaLnBrk="1" latinLnBrk="0" hangingPunct="1">
        <a:lnSpc>
          <a:spcPts val="1900"/>
        </a:lnSpc>
        <a:spcBef>
          <a:spcPts val="500"/>
        </a:spcBef>
        <a:spcAft>
          <a:spcPts val="500"/>
        </a:spcAft>
        <a:buClr>
          <a:schemeClr val="tx1"/>
        </a:buClr>
        <a:buFont typeface="Arial" pitchFamily="34" charset="0"/>
        <a:buChar char="‒"/>
        <a:defRPr sz="1400" kern="1200">
          <a:solidFill>
            <a:schemeClr val="tx1"/>
          </a:solidFill>
          <a:latin typeface="+mn-lt"/>
          <a:ea typeface="+mn-ea"/>
          <a:cs typeface="Arial"/>
        </a:defRPr>
      </a:lvl3pPr>
      <a:lvl4pPr marL="719113" indent="-179382" algn="l" defTabSz="457184" rtl="0" eaLnBrk="1" latinLnBrk="0" hangingPunct="1">
        <a:lnSpc>
          <a:spcPts val="1900"/>
        </a:lnSpc>
        <a:spcBef>
          <a:spcPts val="500"/>
        </a:spcBef>
        <a:spcAft>
          <a:spcPts val="500"/>
        </a:spcAft>
        <a:buClr>
          <a:schemeClr val="tx1"/>
        </a:buClr>
        <a:buFont typeface="Arial" panose="020B0604020202020204" pitchFamily="34" charset="0"/>
        <a:buChar char="–"/>
        <a:defRPr sz="1400" kern="1200">
          <a:solidFill>
            <a:schemeClr val="tx1"/>
          </a:solidFill>
          <a:latin typeface="+mn-lt"/>
          <a:ea typeface="+mn-ea"/>
          <a:cs typeface="Arial"/>
        </a:defRPr>
      </a:lvl4pPr>
      <a:lvl5pPr marL="896906" indent="-185731" algn="l" defTabSz="457184" rtl="0" eaLnBrk="1" latinLnBrk="0" hangingPunct="1">
        <a:lnSpc>
          <a:spcPts val="1900"/>
        </a:lnSpc>
        <a:spcBef>
          <a:spcPts val="500"/>
        </a:spcBef>
        <a:spcAft>
          <a:spcPts val="500"/>
        </a:spcAft>
        <a:buClr>
          <a:schemeClr val="tx1"/>
        </a:buClr>
        <a:buFont typeface="Arial" panose="020B0604020202020204" pitchFamily="34" charset="0"/>
        <a:buChar char="–"/>
        <a:defRPr sz="1400" kern="1200">
          <a:solidFill>
            <a:schemeClr val="tx1"/>
          </a:solidFill>
          <a:latin typeface="+mn-lt"/>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lumMod val="75000"/>
            </a:schemeClr>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lumMod val="75000"/>
            </a:schemeClr>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4" orient="horz" pos="612" userDrawn="1">
          <p15:clr>
            <a:srgbClr val="F26B43"/>
          </p15:clr>
        </p15:guide>
        <p15:guide id="5" orient="horz" pos="948" userDrawn="1">
          <p15:clr>
            <a:srgbClr val="F26B43"/>
          </p15:clr>
        </p15:guide>
        <p15:guide id="6" orient="horz" pos="2724" userDrawn="1">
          <p15:clr>
            <a:srgbClr val="F26B43"/>
          </p15:clr>
        </p15:guide>
        <p15:guide id="8" orient="horz" pos="3125" userDrawn="1">
          <p15:clr>
            <a:srgbClr val="F26B43"/>
          </p15:clr>
        </p15:guide>
        <p15:guide id="9" pos="5472" userDrawn="1">
          <p15:clr>
            <a:srgbClr val="F26B43"/>
          </p15:clr>
        </p15:guide>
        <p15:guide id="10" pos="288" userDrawn="1">
          <p15:clr>
            <a:srgbClr val="F26B43"/>
          </p15:clr>
        </p15:guide>
        <p15:guide id="11" orient="horz" pos="276"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D18A196C-A0F8-944A-D0EB-257EFE0C0128}"/>
              </a:ext>
            </a:extLst>
          </p:cNvPr>
          <p:cNvSpPr>
            <a:spLocks noGrp="1"/>
          </p:cNvSpPr>
          <p:nvPr>
            <p:ph type="title"/>
          </p:nvPr>
        </p:nvSpPr>
        <p:spPr>
          <a:xfrm>
            <a:off x="457197" y="425872"/>
            <a:ext cx="8229601" cy="289230"/>
          </a:xfrm>
          <a:prstGeom prst="rect">
            <a:avLst/>
          </a:prstGeom>
        </p:spPr>
        <p:txBody>
          <a:bodyPr vert="horz" lIns="0" tIns="0" rIns="0" bIns="0" rtlCol="0" anchor="t">
            <a:noAutofit/>
          </a:bodyPr>
          <a:lstStyle/>
          <a:p>
            <a:r>
              <a:rPr lang="en-US"/>
              <a:t>Click to edit master title style</a:t>
            </a:r>
          </a:p>
        </p:txBody>
      </p:sp>
      <p:sp>
        <p:nvSpPr>
          <p:cNvPr id="18" name="Text Placeholder 17">
            <a:extLst>
              <a:ext uri="{FF2B5EF4-FFF2-40B4-BE49-F238E27FC236}">
                <a16:creationId xmlns:a16="http://schemas.microsoft.com/office/drawing/2014/main" id="{3B23B392-A89E-F431-7FE8-8A31C7AC6497}"/>
              </a:ext>
            </a:extLst>
          </p:cNvPr>
          <p:cNvSpPr>
            <a:spLocks noGrp="1"/>
          </p:cNvSpPr>
          <p:nvPr>
            <p:ph type="body" idx="1"/>
          </p:nvPr>
        </p:nvSpPr>
        <p:spPr>
          <a:xfrm>
            <a:off x="457197" y="1508393"/>
            <a:ext cx="8229599" cy="282260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12">
            <a:extLst>
              <a:ext uri="{FF2B5EF4-FFF2-40B4-BE49-F238E27FC236}">
                <a16:creationId xmlns:a16="http://schemas.microsoft.com/office/drawing/2014/main" id="{63994B45-762C-1DB7-2D34-64E9AA6670E5}"/>
              </a:ext>
              <a:ext uri="{C183D7F6-B498-43B3-948B-1728B52AA6E4}">
                <adec:decorative xmlns:adec="http://schemas.microsoft.com/office/drawing/2017/decorative" val="1"/>
              </a:ext>
            </a:extLst>
          </p:cNvPr>
          <p:cNvSpPr>
            <a:spLocks noGrp="1"/>
          </p:cNvSpPr>
          <p:nvPr>
            <p:ph type="ftr" sz="quarter" idx="3"/>
          </p:nvPr>
        </p:nvSpPr>
        <p:spPr>
          <a:xfrm>
            <a:off x="457198" y="4867446"/>
            <a:ext cx="1721517" cy="105253"/>
          </a:xfrm>
          <a:prstGeom prst="rect">
            <a:avLst/>
          </a:prstGeom>
        </p:spPr>
        <p:txBody>
          <a:bodyPr vert="horz" lIns="0" tIns="0" rIns="0" bIns="0" rtlCol="0" anchor="ctr"/>
          <a:lstStyle>
            <a:lvl1pPr marL="0" marR="0" indent="0" algn="l" defTabSz="457184" rtl="0" eaLnBrk="1" fontAlgn="auto" latinLnBrk="0" hangingPunct="1">
              <a:lnSpc>
                <a:spcPct val="100000"/>
              </a:lnSpc>
              <a:spcBef>
                <a:spcPts val="0"/>
              </a:spcBef>
              <a:spcAft>
                <a:spcPts val="0"/>
              </a:spcAft>
              <a:buClrTx/>
              <a:buSzTx/>
              <a:buFontTx/>
              <a:buNone/>
              <a:tabLst/>
              <a:defRPr sz="600">
                <a:solidFill>
                  <a:schemeClr val="accent5"/>
                </a:solidFill>
              </a:defRPr>
            </a:lvl1pPr>
          </a:lstStyle>
          <a:p>
            <a:r>
              <a:rPr lang="en-US"/>
              <a:t>©2026 Schneider Electric. All Rights Reserved.</a:t>
            </a:r>
          </a:p>
        </p:txBody>
      </p:sp>
      <p:sp>
        <p:nvSpPr>
          <p:cNvPr id="15" name="Slide number placeholder">
            <a:extLst>
              <a:ext uri="{FF2B5EF4-FFF2-40B4-BE49-F238E27FC236}">
                <a16:creationId xmlns:a16="http://schemas.microsoft.com/office/drawing/2014/main" id="{78C440B2-8C22-2B9D-B555-FF60AEA035AA}"/>
              </a:ext>
              <a:ext uri="{C183D7F6-B498-43B3-948B-1728B52AA6E4}">
                <adec:decorative xmlns:adec="http://schemas.microsoft.com/office/drawing/2017/decorative" val="1"/>
              </a:ext>
            </a:extLst>
          </p:cNvPr>
          <p:cNvSpPr>
            <a:spLocks noGrp="1"/>
          </p:cNvSpPr>
          <p:nvPr>
            <p:ph type="sldNum" sz="quarter" idx="4"/>
          </p:nvPr>
        </p:nvSpPr>
        <p:spPr>
          <a:xfrm>
            <a:off x="2183668" y="4873905"/>
            <a:ext cx="525690" cy="92333"/>
          </a:xfrm>
          <a:prstGeom prst="rect">
            <a:avLst/>
          </a:prstGeom>
        </p:spPr>
        <p:txBody>
          <a:bodyPr vert="horz" lIns="0" tIns="0" rIns="0" bIns="0" rtlCol="0" anchor="ctr">
            <a:spAutoFit/>
          </a:bodyPr>
          <a:lstStyle>
            <a:lvl1pPr algn="l">
              <a:defRPr sz="600">
                <a:solidFill>
                  <a:schemeClr val="accent5"/>
                </a:solidFill>
                <a:latin typeface="+mn-lt"/>
                <a:cs typeface="Arial"/>
              </a:defRPr>
            </a:lvl1pPr>
          </a:lstStyle>
          <a:p>
            <a:r>
              <a:rPr lang="en-US">
                <a:ea typeface="Zalando Sans Medium" pitchFamily="2" charset="77"/>
              </a:rPr>
              <a:t>|</a:t>
            </a:r>
            <a:r>
              <a:rPr lang="en-US"/>
              <a:t> Page </a:t>
            </a:r>
            <a:fld id="{5A9C12DC-491F-9444-86A2-13AC5C62A2FC}" type="slidenum">
              <a:rPr lang="en-US" smtClean="0"/>
              <a:pPr/>
              <a:t>‹#›</a:t>
            </a:fld>
            <a:endParaRPr lang="en-US"/>
          </a:p>
        </p:txBody>
      </p:sp>
      <p:pic>
        <p:nvPicPr>
          <p:cNvPr id="9" name="Picture 8">
            <a:extLst>
              <a:ext uri="{FF2B5EF4-FFF2-40B4-BE49-F238E27FC236}">
                <a16:creationId xmlns:a16="http://schemas.microsoft.com/office/drawing/2014/main" id="{008D7EB6-422E-F365-6799-97F6B8841D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7"/>
              </a:ext>
            </a:extLst>
          </a:blip>
          <a:srcRect/>
          <a:stretch/>
        </p:blipFill>
        <p:spPr>
          <a:xfrm>
            <a:off x="7710646" y="4687803"/>
            <a:ext cx="976154" cy="289230"/>
          </a:xfrm>
          <a:prstGeom prst="rect">
            <a:avLst/>
          </a:prstGeom>
        </p:spPr>
      </p:pic>
      <p:sp>
        <p:nvSpPr>
          <p:cNvPr id="4" name="ZoneTexte 3">
            <a:extLst>
              <a:ext uri="{FF2B5EF4-FFF2-40B4-BE49-F238E27FC236}">
                <a16:creationId xmlns:a16="http://schemas.microsoft.com/office/drawing/2014/main" id="{E5AC0EA5-9E4C-005B-24B4-62B07402F814}"/>
              </a:ext>
            </a:extLst>
          </p:cNvPr>
          <p:cNvSpPr txBox="1"/>
          <p:nvPr userDrawn="1">
            <p:extLst>
              <p:ext uri="{1162E1C5-73C7-4A58-AE30-91384D911F3F}">
                <p184:classification xmlns:p184="http://schemas.microsoft.com/office/powerpoint/2018/4/main" val="ftr"/>
              </p:ext>
            </p:extLst>
          </p:nvPr>
        </p:nvSpPr>
        <p:spPr>
          <a:xfrm>
            <a:off x="4441825" y="4988560"/>
            <a:ext cx="276225" cy="91440"/>
          </a:xfrm>
          <a:prstGeom prst="rect">
            <a:avLst/>
          </a:prstGeom>
        </p:spPr>
        <p:txBody>
          <a:bodyPr horzOverflow="overflow" lIns="0" tIns="0" rIns="0" bIns="0">
            <a:spAutoFit/>
          </a:bodyPr>
          <a:lstStyle/>
          <a:p>
            <a:pPr algn="l"/>
            <a:r>
              <a:rPr lang="fr-FR" sz="600">
                <a:solidFill>
                  <a:srgbClr val="626469">
                    <a:alpha val="50000"/>
                  </a:srgbClr>
                </a:solidFill>
                <a:latin typeface="Aptos" panose="020B0004020202020204" pitchFamily="34" charset="0"/>
              </a:rPr>
              <a:t>General</a:t>
            </a:r>
          </a:p>
        </p:txBody>
      </p:sp>
    </p:spTree>
    <p:extLst>
      <p:ext uri="{BB962C8B-B14F-4D97-AF65-F5344CB8AC3E}">
        <p14:creationId xmlns:p14="http://schemas.microsoft.com/office/powerpoint/2010/main" val="3913320297"/>
      </p:ext>
    </p:extLst>
  </p:cSld>
  <p:clrMap bg1="dk1" tx1="lt1" bg2="dk2" tx2="lt2" accent1="accent1" accent2="accent2" accent3="accent3" accent4="accent4" accent5="accent5" accent6="accent6" hlink="hlink" folHlink="folHlink"/>
  <p:sldLayoutIdLst>
    <p:sldLayoutId id="2147484379" r:id="rId1"/>
    <p:sldLayoutId id="2147484380" r:id="rId2"/>
    <p:sldLayoutId id="2147484381" r:id="rId3"/>
    <p:sldLayoutId id="2147484382" r:id="rId4"/>
    <p:sldLayoutId id="2147484383" r:id="rId5"/>
    <p:sldLayoutId id="2147484384" r:id="rId6"/>
    <p:sldLayoutId id="2147484385" r:id="rId7"/>
    <p:sldLayoutId id="2147484386" r:id="rId8"/>
    <p:sldLayoutId id="2147484387" r:id="rId9"/>
    <p:sldLayoutId id="2147484388" r:id="rId10"/>
    <p:sldLayoutId id="2147484389" r:id="rId11"/>
    <p:sldLayoutId id="2147484390" r:id="rId12"/>
    <p:sldLayoutId id="2147484391" r:id="rId13"/>
    <p:sldLayoutId id="2147484392" r:id="rId14"/>
    <p:sldLayoutId id="2147484393" r:id="rId15"/>
    <p:sldLayoutId id="2147484394" r:id="rId16"/>
    <p:sldLayoutId id="2147484395" r:id="rId17"/>
    <p:sldLayoutId id="2147484396" r:id="rId18"/>
    <p:sldLayoutId id="2147484397" r:id="rId19"/>
    <p:sldLayoutId id="2147484398" r:id="rId20"/>
    <p:sldLayoutId id="2147484399" r:id="rId21"/>
    <p:sldLayoutId id="2147484400" r:id="rId22"/>
    <p:sldLayoutId id="2147484401" r:id="rId23"/>
    <p:sldLayoutId id="2147484402" r:id="rId24"/>
    <p:sldLayoutId id="2147484403" r:id="rId25"/>
  </p:sldLayoutIdLst>
  <p:hf hdr="0" dt="0"/>
  <p:txStyles>
    <p:titleStyle>
      <a:lvl1pPr algn="l" defTabSz="457184" rtl="0" eaLnBrk="1" latinLnBrk="0" hangingPunct="1">
        <a:lnSpc>
          <a:spcPts val="2400"/>
        </a:lnSpc>
        <a:spcBef>
          <a:spcPct val="0"/>
        </a:spcBef>
        <a:buNone/>
        <a:defRPr sz="2200" b="0" kern="1200">
          <a:solidFill>
            <a:schemeClr val="accent1"/>
          </a:solidFill>
          <a:latin typeface="+mj-lt"/>
          <a:ea typeface="+mj-ea"/>
          <a:cs typeface="Arial"/>
        </a:defRPr>
      </a:lvl1pPr>
    </p:titleStyle>
    <p:bodyStyle>
      <a:lvl1pPr marL="0" indent="0" algn="l" defTabSz="457184" rtl="0" eaLnBrk="1" latinLnBrk="0" hangingPunct="1">
        <a:lnSpc>
          <a:spcPts val="1900"/>
        </a:lnSpc>
        <a:spcBef>
          <a:spcPts val="500"/>
        </a:spcBef>
        <a:spcAft>
          <a:spcPts val="500"/>
        </a:spcAft>
        <a:buClr>
          <a:schemeClr val="accent1"/>
        </a:buClr>
        <a:buFont typeface="Arial" panose="020B0604020202020204" pitchFamily="34" charset="0"/>
        <a:buNone/>
        <a:defRPr sz="1400" b="0" kern="1200">
          <a:solidFill>
            <a:schemeClr val="accent5"/>
          </a:solidFill>
          <a:latin typeface="+mn-lt"/>
          <a:ea typeface="+mn-ea"/>
          <a:cs typeface="Arial"/>
        </a:defRPr>
      </a:lvl1pPr>
      <a:lvl2pPr marL="361938" indent="-182557" algn="l" defTabSz="447659" rtl="0" eaLnBrk="1" latinLnBrk="0" hangingPunct="1">
        <a:lnSpc>
          <a:spcPts val="1900"/>
        </a:lnSpc>
        <a:spcBef>
          <a:spcPts val="500"/>
        </a:spcBef>
        <a:spcAft>
          <a:spcPts val="500"/>
        </a:spcAft>
        <a:buClr>
          <a:schemeClr val="accent1"/>
        </a:buClr>
        <a:buFont typeface="Arial" pitchFamily="34" charset="0"/>
        <a:buChar char="•"/>
        <a:defRPr sz="1400" kern="1200">
          <a:solidFill>
            <a:schemeClr val="accent5"/>
          </a:solidFill>
          <a:latin typeface="+mn-lt"/>
          <a:ea typeface="+mn-ea"/>
          <a:cs typeface="Arial"/>
        </a:defRPr>
      </a:lvl2pPr>
      <a:lvl3pPr marL="538144" indent="-179382" algn="l" defTabSz="457184" rtl="0" eaLnBrk="1" latinLnBrk="0" hangingPunct="1">
        <a:lnSpc>
          <a:spcPts val="1900"/>
        </a:lnSpc>
        <a:spcBef>
          <a:spcPts val="500"/>
        </a:spcBef>
        <a:spcAft>
          <a:spcPts val="500"/>
        </a:spcAft>
        <a:buClr>
          <a:schemeClr val="accent1"/>
        </a:buClr>
        <a:buFont typeface="Arial" pitchFamily="34" charset="0"/>
        <a:buChar char="‒"/>
        <a:defRPr sz="1400" kern="1200">
          <a:solidFill>
            <a:schemeClr val="accent5"/>
          </a:solidFill>
          <a:latin typeface="+mn-lt"/>
          <a:ea typeface="+mn-ea"/>
          <a:cs typeface="Arial"/>
        </a:defRPr>
      </a:lvl3pPr>
      <a:lvl4pPr marL="719113" indent="-179382" algn="l" defTabSz="457184" rtl="0" eaLnBrk="1" latinLnBrk="0" hangingPunct="1">
        <a:lnSpc>
          <a:spcPts val="1900"/>
        </a:lnSpc>
        <a:spcBef>
          <a:spcPts val="500"/>
        </a:spcBef>
        <a:spcAft>
          <a:spcPts val="500"/>
        </a:spcAft>
        <a:buClr>
          <a:schemeClr val="accent1"/>
        </a:buClr>
        <a:buFont typeface="Arial" panose="020B0604020202020204" pitchFamily="34" charset="0"/>
        <a:buChar char="–"/>
        <a:defRPr sz="1400" kern="1200">
          <a:solidFill>
            <a:schemeClr val="accent5"/>
          </a:solidFill>
          <a:latin typeface="+mn-lt"/>
          <a:ea typeface="+mn-ea"/>
          <a:cs typeface="Arial"/>
        </a:defRPr>
      </a:lvl4pPr>
      <a:lvl5pPr marL="896906" indent="-185731" algn="l" defTabSz="457184" rtl="0" eaLnBrk="1" latinLnBrk="0" hangingPunct="1">
        <a:lnSpc>
          <a:spcPts val="1900"/>
        </a:lnSpc>
        <a:spcBef>
          <a:spcPts val="500"/>
        </a:spcBef>
        <a:spcAft>
          <a:spcPts val="500"/>
        </a:spcAft>
        <a:buClr>
          <a:schemeClr val="accent1"/>
        </a:buClr>
        <a:buFont typeface="Arial" panose="020B0604020202020204" pitchFamily="34" charset="0"/>
        <a:buChar char="–"/>
        <a:defRPr sz="1400" kern="1200">
          <a:solidFill>
            <a:schemeClr val="accent5"/>
          </a:solidFill>
          <a:latin typeface="+mn-lt"/>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lumMod val="75000"/>
            </a:schemeClr>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lumMod val="75000"/>
            </a:schemeClr>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4" orient="horz" pos="612" userDrawn="1">
          <p15:clr>
            <a:srgbClr val="F26B43"/>
          </p15:clr>
        </p15:guide>
        <p15:guide id="5" orient="horz" pos="948" userDrawn="1">
          <p15:clr>
            <a:srgbClr val="F26B43"/>
          </p15:clr>
        </p15:guide>
        <p15:guide id="6" orient="horz" pos="2724" userDrawn="1">
          <p15:clr>
            <a:srgbClr val="F26B43"/>
          </p15:clr>
        </p15:guide>
        <p15:guide id="8" orient="horz" pos="3125" userDrawn="1">
          <p15:clr>
            <a:srgbClr val="F26B43"/>
          </p15:clr>
        </p15:guide>
        <p15:guide id="9" pos="5472" userDrawn="1">
          <p15:clr>
            <a:srgbClr val="F26B43"/>
          </p15:clr>
        </p15:guide>
        <p15:guide id="10" pos="288" userDrawn="1">
          <p15:clr>
            <a:srgbClr val="F26B43"/>
          </p15:clr>
        </p15:guide>
        <p15:guide id="11" orient="horz" pos="276"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8A81EA-A1DC-2739-C3D8-AB6CEDE94764}"/>
              </a:ext>
              <a:ext uri="{C183D7F6-B498-43B3-948B-1728B52AA6E4}">
                <adec:decorative xmlns:adec="http://schemas.microsoft.com/office/drawing/2017/decorative" val="1"/>
              </a:ext>
            </a:extLst>
          </p:cNvPr>
          <p:cNvPicPr>
            <a:picLocks noChangeAspect="1"/>
          </p:cNvPicPr>
          <p:nvPr userDrawn="1"/>
        </p:nvPicPr>
        <p:blipFill>
          <a:blip r:embed="rId27" cstate="screen">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3" name="Title Placeholder 2">
            <a:extLst>
              <a:ext uri="{FF2B5EF4-FFF2-40B4-BE49-F238E27FC236}">
                <a16:creationId xmlns:a16="http://schemas.microsoft.com/office/drawing/2014/main" id="{D18A196C-A0F8-944A-D0EB-257EFE0C0128}"/>
              </a:ext>
            </a:extLst>
          </p:cNvPr>
          <p:cNvSpPr>
            <a:spLocks noGrp="1"/>
          </p:cNvSpPr>
          <p:nvPr>
            <p:ph type="title"/>
          </p:nvPr>
        </p:nvSpPr>
        <p:spPr>
          <a:xfrm>
            <a:off x="457197" y="425872"/>
            <a:ext cx="8229601" cy="289230"/>
          </a:xfrm>
          <a:prstGeom prst="rect">
            <a:avLst/>
          </a:prstGeom>
        </p:spPr>
        <p:txBody>
          <a:bodyPr vert="horz" lIns="0" tIns="0" rIns="0" bIns="0" rtlCol="0" anchor="t">
            <a:noAutofit/>
          </a:bodyPr>
          <a:lstStyle/>
          <a:p>
            <a:r>
              <a:rPr lang="en-US"/>
              <a:t>Click to edit master title style</a:t>
            </a:r>
          </a:p>
        </p:txBody>
      </p:sp>
      <p:sp>
        <p:nvSpPr>
          <p:cNvPr id="18" name="Text Placeholder 17">
            <a:extLst>
              <a:ext uri="{FF2B5EF4-FFF2-40B4-BE49-F238E27FC236}">
                <a16:creationId xmlns:a16="http://schemas.microsoft.com/office/drawing/2014/main" id="{3B23B392-A89E-F431-7FE8-8A31C7AC6497}"/>
              </a:ext>
            </a:extLst>
          </p:cNvPr>
          <p:cNvSpPr>
            <a:spLocks noGrp="1"/>
          </p:cNvSpPr>
          <p:nvPr>
            <p:ph type="body" idx="1"/>
          </p:nvPr>
        </p:nvSpPr>
        <p:spPr>
          <a:xfrm>
            <a:off x="457197" y="1508393"/>
            <a:ext cx="8229599" cy="282260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12">
            <a:extLst>
              <a:ext uri="{FF2B5EF4-FFF2-40B4-BE49-F238E27FC236}">
                <a16:creationId xmlns:a16="http://schemas.microsoft.com/office/drawing/2014/main" id="{63994B45-762C-1DB7-2D34-64E9AA6670E5}"/>
              </a:ext>
              <a:ext uri="{C183D7F6-B498-43B3-948B-1728B52AA6E4}">
                <adec:decorative xmlns:adec="http://schemas.microsoft.com/office/drawing/2017/decorative" val="1"/>
              </a:ext>
            </a:extLst>
          </p:cNvPr>
          <p:cNvSpPr>
            <a:spLocks noGrp="1"/>
          </p:cNvSpPr>
          <p:nvPr>
            <p:ph type="ftr" sz="quarter" idx="3"/>
          </p:nvPr>
        </p:nvSpPr>
        <p:spPr>
          <a:xfrm>
            <a:off x="457198" y="4867446"/>
            <a:ext cx="1721517" cy="105253"/>
          </a:xfrm>
          <a:prstGeom prst="rect">
            <a:avLst/>
          </a:prstGeom>
        </p:spPr>
        <p:txBody>
          <a:bodyPr vert="horz" lIns="0" tIns="0" rIns="0" bIns="0" rtlCol="0" anchor="ctr"/>
          <a:lstStyle>
            <a:lvl1pPr marL="0" marR="0" indent="0" algn="l" defTabSz="457184" rtl="0" eaLnBrk="1" fontAlgn="auto" latinLnBrk="0" hangingPunct="1">
              <a:lnSpc>
                <a:spcPct val="100000"/>
              </a:lnSpc>
              <a:spcBef>
                <a:spcPts val="0"/>
              </a:spcBef>
              <a:spcAft>
                <a:spcPts val="0"/>
              </a:spcAft>
              <a:buClrTx/>
              <a:buSzTx/>
              <a:buFontTx/>
              <a:buNone/>
              <a:tabLst/>
              <a:defRPr sz="600">
                <a:solidFill>
                  <a:schemeClr val="accent5"/>
                </a:solidFill>
              </a:defRPr>
            </a:lvl1pPr>
          </a:lstStyle>
          <a:p>
            <a:r>
              <a:rPr lang="en-US"/>
              <a:t>©2026 Schneider Electric. All Rights Reserved.</a:t>
            </a:r>
          </a:p>
        </p:txBody>
      </p:sp>
      <p:sp>
        <p:nvSpPr>
          <p:cNvPr id="15" name="Slide number placeholder">
            <a:extLst>
              <a:ext uri="{FF2B5EF4-FFF2-40B4-BE49-F238E27FC236}">
                <a16:creationId xmlns:a16="http://schemas.microsoft.com/office/drawing/2014/main" id="{78C440B2-8C22-2B9D-B555-FF60AEA035AA}"/>
              </a:ext>
              <a:ext uri="{C183D7F6-B498-43B3-948B-1728B52AA6E4}">
                <adec:decorative xmlns:adec="http://schemas.microsoft.com/office/drawing/2017/decorative" val="1"/>
              </a:ext>
            </a:extLst>
          </p:cNvPr>
          <p:cNvSpPr>
            <a:spLocks noGrp="1"/>
          </p:cNvSpPr>
          <p:nvPr>
            <p:ph type="sldNum" sz="quarter" idx="4"/>
          </p:nvPr>
        </p:nvSpPr>
        <p:spPr>
          <a:xfrm>
            <a:off x="2183668" y="4873905"/>
            <a:ext cx="525690" cy="92333"/>
          </a:xfrm>
          <a:prstGeom prst="rect">
            <a:avLst/>
          </a:prstGeom>
        </p:spPr>
        <p:txBody>
          <a:bodyPr vert="horz" lIns="0" tIns="0" rIns="0" bIns="0" rtlCol="0" anchor="ctr">
            <a:spAutoFit/>
          </a:bodyPr>
          <a:lstStyle>
            <a:lvl1pPr algn="l">
              <a:defRPr sz="600">
                <a:solidFill>
                  <a:schemeClr val="accent5"/>
                </a:solidFill>
                <a:latin typeface="+mn-lt"/>
                <a:cs typeface="Arial"/>
              </a:defRPr>
            </a:lvl1pPr>
          </a:lstStyle>
          <a:p>
            <a:r>
              <a:rPr lang="en-US">
                <a:ea typeface="Zalando Sans Medium" pitchFamily="2" charset="77"/>
              </a:rPr>
              <a:t>|</a:t>
            </a:r>
            <a:r>
              <a:rPr lang="en-US"/>
              <a:t> Page </a:t>
            </a:r>
            <a:fld id="{5A9C12DC-491F-9444-86A2-13AC5C62A2FC}" type="slidenum">
              <a:rPr lang="en-US" smtClean="0"/>
              <a:pPr/>
              <a:t>‹#›</a:t>
            </a:fld>
            <a:endParaRPr lang="en-US"/>
          </a:p>
        </p:txBody>
      </p:sp>
      <p:pic>
        <p:nvPicPr>
          <p:cNvPr id="9" name="Picture 8">
            <a:extLst>
              <a:ext uri="{FF2B5EF4-FFF2-40B4-BE49-F238E27FC236}">
                <a16:creationId xmlns:a16="http://schemas.microsoft.com/office/drawing/2014/main" id="{008D7EB6-422E-F365-6799-97F6B8841D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8"/>
              </a:ext>
            </a:extLst>
          </a:blip>
          <a:srcRect/>
          <a:stretch/>
        </p:blipFill>
        <p:spPr>
          <a:xfrm>
            <a:off x="7710646" y="4687803"/>
            <a:ext cx="976154" cy="289230"/>
          </a:xfrm>
          <a:prstGeom prst="rect">
            <a:avLst/>
          </a:prstGeom>
        </p:spPr>
      </p:pic>
      <p:sp>
        <p:nvSpPr>
          <p:cNvPr id="5" name="ZoneTexte 4">
            <a:extLst>
              <a:ext uri="{FF2B5EF4-FFF2-40B4-BE49-F238E27FC236}">
                <a16:creationId xmlns:a16="http://schemas.microsoft.com/office/drawing/2014/main" id="{64837A94-C4B7-71C4-D6AF-747D2AD0A7AD}"/>
              </a:ext>
            </a:extLst>
          </p:cNvPr>
          <p:cNvSpPr txBox="1"/>
          <p:nvPr userDrawn="1">
            <p:extLst>
              <p:ext uri="{1162E1C5-73C7-4A58-AE30-91384D911F3F}">
                <p184:classification xmlns:p184="http://schemas.microsoft.com/office/powerpoint/2018/4/main" val="ftr"/>
              </p:ext>
            </p:extLst>
          </p:nvPr>
        </p:nvSpPr>
        <p:spPr>
          <a:xfrm>
            <a:off x="4441825" y="4988560"/>
            <a:ext cx="276225" cy="91440"/>
          </a:xfrm>
          <a:prstGeom prst="rect">
            <a:avLst/>
          </a:prstGeom>
        </p:spPr>
        <p:txBody>
          <a:bodyPr horzOverflow="overflow" lIns="0" tIns="0" rIns="0" bIns="0">
            <a:spAutoFit/>
          </a:bodyPr>
          <a:lstStyle/>
          <a:p>
            <a:pPr algn="l"/>
            <a:r>
              <a:rPr lang="fr-FR" sz="600">
                <a:solidFill>
                  <a:srgbClr val="626469">
                    <a:alpha val="50000"/>
                  </a:srgbClr>
                </a:solidFill>
                <a:latin typeface="Aptos" panose="020B0004020202020204" pitchFamily="34" charset="0"/>
              </a:rPr>
              <a:t>General</a:t>
            </a:r>
          </a:p>
        </p:txBody>
      </p:sp>
    </p:spTree>
    <p:extLst>
      <p:ext uri="{BB962C8B-B14F-4D97-AF65-F5344CB8AC3E}">
        <p14:creationId xmlns:p14="http://schemas.microsoft.com/office/powerpoint/2010/main" val="2350205463"/>
      </p:ext>
    </p:extLst>
  </p:cSld>
  <p:clrMap bg1="dk1" tx1="lt1" bg2="dk2" tx2="lt2" accent1="accent1" accent2="accent2" accent3="accent3" accent4="accent4" accent5="accent5" accent6="accent6" hlink="hlink" folHlink="folHlink"/>
  <p:sldLayoutIdLst>
    <p:sldLayoutId id="2147484405" r:id="rId1"/>
    <p:sldLayoutId id="2147484406" r:id="rId2"/>
    <p:sldLayoutId id="2147484407" r:id="rId3"/>
    <p:sldLayoutId id="2147484408" r:id="rId4"/>
    <p:sldLayoutId id="2147484409" r:id="rId5"/>
    <p:sldLayoutId id="2147484410" r:id="rId6"/>
    <p:sldLayoutId id="2147484411" r:id="rId7"/>
    <p:sldLayoutId id="2147484412" r:id="rId8"/>
    <p:sldLayoutId id="2147484413" r:id="rId9"/>
    <p:sldLayoutId id="2147484414" r:id="rId10"/>
    <p:sldLayoutId id="2147484415" r:id="rId11"/>
    <p:sldLayoutId id="2147484416" r:id="rId12"/>
    <p:sldLayoutId id="2147484417" r:id="rId13"/>
    <p:sldLayoutId id="2147484418" r:id="rId14"/>
    <p:sldLayoutId id="2147484419" r:id="rId15"/>
    <p:sldLayoutId id="2147484420" r:id="rId16"/>
    <p:sldLayoutId id="2147484421" r:id="rId17"/>
    <p:sldLayoutId id="2147484422" r:id="rId18"/>
    <p:sldLayoutId id="2147484423" r:id="rId19"/>
    <p:sldLayoutId id="2147484424" r:id="rId20"/>
    <p:sldLayoutId id="2147484425" r:id="rId21"/>
    <p:sldLayoutId id="2147484426" r:id="rId22"/>
    <p:sldLayoutId id="2147484427" r:id="rId23"/>
    <p:sldLayoutId id="2147484428" r:id="rId24"/>
    <p:sldLayoutId id="2147484429" r:id="rId25"/>
  </p:sldLayoutIdLst>
  <p:hf hdr="0" dt="0"/>
  <p:txStyles>
    <p:titleStyle>
      <a:lvl1pPr algn="l" defTabSz="457184" rtl="0" eaLnBrk="1" latinLnBrk="0" hangingPunct="1">
        <a:lnSpc>
          <a:spcPts val="2400"/>
        </a:lnSpc>
        <a:spcBef>
          <a:spcPct val="0"/>
        </a:spcBef>
        <a:buNone/>
        <a:defRPr sz="2200" b="0" kern="1200">
          <a:solidFill>
            <a:schemeClr val="accent1"/>
          </a:solidFill>
          <a:latin typeface="+mj-lt"/>
          <a:ea typeface="+mj-ea"/>
          <a:cs typeface="Arial"/>
        </a:defRPr>
      </a:lvl1pPr>
    </p:titleStyle>
    <p:bodyStyle>
      <a:lvl1pPr marL="0" indent="0" algn="l" defTabSz="457184" rtl="0" eaLnBrk="1" latinLnBrk="0" hangingPunct="1">
        <a:lnSpc>
          <a:spcPts val="1900"/>
        </a:lnSpc>
        <a:spcBef>
          <a:spcPts val="500"/>
        </a:spcBef>
        <a:spcAft>
          <a:spcPts val="500"/>
        </a:spcAft>
        <a:buClr>
          <a:schemeClr val="accent1"/>
        </a:buClr>
        <a:buFont typeface="Arial" panose="020B0604020202020204" pitchFamily="34" charset="0"/>
        <a:buNone/>
        <a:defRPr sz="1400" b="0" kern="1200">
          <a:solidFill>
            <a:schemeClr val="accent5"/>
          </a:solidFill>
          <a:latin typeface="+mn-lt"/>
          <a:ea typeface="+mn-ea"/>
          <a:cs typeface="Arial"/>
        </a:defRPr>
      </a:lvl1pPr>
      <a:lvl2pPr marL="361938" indent="-182557" algn="l" defTabSz="447659" rtl="0" eaLnBrk="1" latinLnBrk="0" hangingPunct="1">
        <a:lnSpc>
          <a:spcPts val="1900"/>
        </a:lnSpc>
        <a:spcBef>
          <a:spcPts val="500"/>
        </a:spcBef>
        <a:spcAft>
          <a:spcPts val="500"/>
        </a:spcAft>
        <a:buClr>
          <a:schemeClr val="accent1"/>
        </a:buClr>
        <a:buFont typeface="Arial" pitchFamily="34" charset="0"/>
        <a:buChar char="•"/>
        <a:defRPr sz="1400" kern="1200">
          <a:solidFill>
            <a:schemeClr val="accent5"/>
          </a:solidFill>
          <a:latin typeface="+mn-lt"/>
          <a:ea typeface="+mn-ea"/>
          <a:cs typeface="Arial"/>
        </a:defRPr>
      </a:lvl2pPr>
      <a:lvl3pPr marL="538144" indent="-179382" algn="l" defTabSz="457184" rtl="0" eaLnBrk="1" latinLnBrk="0" hangingPunct="1">
        <a:lnSpc>
          <a:spcPts val="1900"/>
        </a:lnSpc>
        <a:spcBef>
          <a:spcPts val="500"/>
        </a:spcBef>
        <a:spcAft>
          <a:spcPts val="500"/>
        </a:spcAft>
        <a:buClr>
          <a:schemeClr val="accent1"/>
        </a:buClr>
        <a:buFont typeface="Arial" pitchFamily="34" charset="0"/>
        <a:buChar char="‒"/>
        <a:defRPr sz="1400" kern="1200">
          <a:solidFill>
            <a:schemeClr val="accent5"/>
          </a:solidFill>
          <a:latin typeface="+mn-lt"/>
          <a:ea typeface="+mn-ea"/>
          <a:cs typeface="Arial"/>
        </a:defRPr>
      </a:lvl3pPr>
      <a:lvl4pPr marL="719113" indent="-179382" algn="l" defTabSz="457184" rtl="0" eaLnBrk="1" latinLnBrk="0" hangingPunct="1">
        <a:lnSpc>
          <a:spcPts val="1900"/>
        </a:lnSpc>
        <a:spcBef>
          <a:spcPts val="500"/>
        </a:spcBef>
        <a:spcAft>
          <a:spcPts val="500"/>
        </a:spcAft>
        <a:buClr>
          <a:schemeClr val="accent1"/>
        </a:buClr>
        <a:buFont typeface="Arial" panose="020B0604020202020204" pitchFamily="34" charset="0"/>
        <a:buChar char="–"/>
        <a:defRPr sz="1400" kern="1200">
          <a:solidFill>
            <a:schemeClr val="accent5"/>
          </a:solidFill>
          <a:latin typeface="+mn-lt"/>
          <a:ea typeface="+mn-ea"/>
          <a:cs typeface="Arial"/>
        </a:defRPr>
      </a:lvl4pPr>
      <a:lvl5pPr marL="896906" indent="-185731" algn="l" defTabSz="457184" rtl="0" eaLnBrk="1" latinLnBrk="0" hangingPunct="1">
        <a:lnSpc>
          <a:spcPts val="1900"/>
        </a:lnSpc>
        <a:spcBef>
          <a:spcPts val="500"/>
        </a:spcBef>
        <a:spcAft>
          <a:spcPts val="500"/>
        </a:spcAft>
        <a:buClr>
          <a:schemeClr val="accent1"/>
        </a:buClr>
        <a:buFont typeface="Arial" panose="020B0604020202020204" pitchFamily="34" charset="0"/>
        <a:buChar char="–"/>
        <a:defRPr sz="1400" kern="1200">
          <a:solidFill>
            <a:schemeClr val="accent5"/>
          </a:solidFill>
          <a:latin typeface="+mn-lt"/>
          <a:ea typeface="+mn-ea"/>
          <a:cs typeface="Arial"/>
        </a:defRPr>
      </a:lvl5pPr>
      <a:lvl6pPr marL="896080" indent="-182874" algn="l" defTabSz="457184" rtl="0" eaLnBrk="1" latinLnBrk="0" hangingPunct="1">
        <a:spcBef>
          <a:spcPts val="500"/>
        </a:spcBef>
        <a:spcAft>
          <a:spcPts val="500"/>
        </a:spcAft>
        <a:buClr>
          <a:schemeClr val="bg2"/>
        </a:buClr>
        <a:buFont typeface="Arial" panose="020B0604020202020204" pitchFamily="34" charset="0"/>
        <a:buChar char="–"/>
        <a:defRPr sz="1000" kern="1200" baseline="0">
          <a:solidFill>
            <a:schemeClr val="accent1">
              <a:lumMod val="75000"/>
            </a:schemeClr>
          </a:solidFill>
          <a:latin typeface="Arial" panose="020B0604020202020204" pitchFamily="34" charset="0"/>
          <a:ea typeface="+mn-ea"/>
          <a:cs typeface="Arial" panose="020B0604020202020204" pitchFamily="34" charset="0"/>
        </a:defRPr>
      </a:lvl6pPr>
      <a:lvl7pPr marL="896080" indent="-182874" algn="l" defTabSz="457184" rtl="0" eaLnBrk="1" latinLnBrk="0" hangingPunct="1">
        <a:spcBef>
          <a:spcPts val="500"/>
        </a:spcBef>
        <a:spcAft>
          <a:spcPts val="500"/>
        </a:spcAft>
        <a:buClr>
          <a:schemeClr val="bg2"/>
        </a:buClr>
        <a:buFont typeface="Arial" panose="020B0604020202020204" pitchFamily="34" charset="0"/>
        <a:buChar char="–"/>
        <a:defRPr sz="900" kern="1200">
          <a:solidFill>
            <a:schemeClr val="accent1">
              <a:lumMod val="75000"/>
            </a:schemeClr>
          </a:solidFill>
          <a:latin typeface="Arial" panose="020B0604020202020204" pitchFamily="34" charset="0"/>
          <a:ea typeface="+mn-ea"/>
          <a:cs typeface="Arial" panose="020B0604020202020204" pitchFamily="34" charset="0"/>
        </a:defRPr>
      </a:lvl7pPr>
      <a:lvl8pPr marL="3428879" indent="-228592" algn="l" defTabSz="457184" rtl="0" eaLnBrk="1" latinLnBrk="0" hangingPunct="1">
        <a:spcBef>
          <a:spcPct val="20000"/>
        </a:spcBef>
        <a:buFont typeface="Arial"/>
        <a:buChar char="•"/>
        <a:defRPr sz="2000" kern="1200">
          <a:solidFill>
            <a:schemeClr val="tx1"/>
          </a:solidFill>
          <a:latin typeface="+mn-lt"/>
          <a:ea typeface="+mn-ea"/>
          <a:cs typeface="+mn-cs"/>
        </a:defRPr>
      </a:lvl8pPr>
      <a:lvl9pPr marL="3886063" indent="-228592" algn="l" defTabSz="457184"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4" rtl="0" eaLnBrk="1" latinLnBrk="0" hangingPunct="1">
        <a:defRPr sz="1800" kern="1200">
          <a:solidFill>
            <a:schemeClr val="tx1"/>
          </a:solidFill>
          <a:latin typeface="+mn-lt"/>
          <a:ea typeface="+mn-ea"/>
          <a:cs typeface="+mn-cs"/>
        </a:defRPr>
      </a:lvl1pPr>
      <a:lvl2pPr marL="457184" algn="l" defTabSz="457184" rtl="0" eaLnBrk="1" latinLnBrk="0" hangingPunct="1">
        <a:defRPr sz="1800" kern="1200">
          <a:solidFill>
            <a:schemeClr val="tx1"/>
          </a:solidFill>
          <a:latin typeface="+mn-lt"/>
          <a:ea typeface="+mn-ea"/>
          <a:cs typeface="+mn-cs"/>
        </a:defRPr>
      </a:lvl2pPr>
      <a:lvl3pPr marL="914367" algn="l" defTabSz="457184" rtl="0" eaLnBrk="1" latinLnBrk="0" hangingPunct="1">
        <a:defRPr sz="1800" kern="1200">
          <a:solidFill>
            <a:schemeClr val="tx1"/>
          </a:solidFill>
          <a:latin typeface="+mn-lt"/>
          <a:ea typeface="+mn-ea"/>
          <a:cs typeface="+mn-cs"/>
        </a:defRPr>
      </a:lvl3pPr>
      <a:lvl4pPr marL="1371552" algn="l" defTabSz="457184" rtl="0" eaLnBrk="1" latinLnBrk="0" hangingPunct="1">
        <a:defRPr sz="1800" kern="1200">
          <a:solidFill>
            <a:schemeClr val="tx1"/>
          </a:solidFill>
          <a:latin typeface="+mn-lt"/>
          <a:ea typeface="+mn-ea"/>
          <a:cs typeface="+mn-cs"/>
        </a:defRPr>
      </a:lvl4pPr>
      <a:lvl5pPr marL="1828736" algn="l" defTabSz="457184" rtl="0" eaLnBrk="1" latinLnBrk="0" hangingPunct="1">
        <a:defRPr sz="1800" kern="1200">
          <a:solidFill>
            <a:schemeClr val="tx1"/>
          </a:solidFill>
          <a:latin typeface="+mn-lt"/>
          <a:ea typeface="+mn-ea"/>
          <a:cs typeface="+mn-cs"/>
        </a:defRPr>
      </a:lvl5pPr>
      <a:lvl6pPr marL="2285919" algn="l" defTabSz="457184" rtl="0" eaLnBrk="1" latinLnBrk="0" hangingPunct="1">
        <a:defRPr sz="1800" kern="1200">
          <a:solidFill>
            <a:schemeClr val="tx1"/>
          </a:solidFill>
          <a:latin typeface="+mn-lt"/>
          <a:ea typeface="+mn-ea"/>
          <a:cs typeface="+mn-cs"/>
        </a:defRPr>
      </a:lvl6pPr>
      <a:lvl7pPr marL="2743103" algn="l" defTabSz="457184" rtl="0" eaLnBrk="1" latinLnBrk="0" hangingPunct="1">
        <a:defRPr sz="1800" kern="1200">
          <a:solidFill>
            <a:schemeClr val="tx1"/>
          </a:solidFill>
          <a:latin typeface="+mn-lt"/>
          <a:ea typeface="+mn-ea"/>
          <a:cs typeface="+mn-cs"/>
        </a:defRPr>
      </a:lvl7pPr>
      <a:lvl8pPr marL="3200287" algn="l" defTabSz="457184" rtl="0" eaLnBrk="1" latinLnBrk="0" hangingPunct="1">
        <a:defRPr sz="1800" kern="1200">
          <a:solidFill>
            <a:schemeClr val="tx1"/>
          </a:solidFill>
          <a:latin typeface="+mn-lt"/>
          <a:ea typeface="+mn-ea"/>
          <a:cs typeface="+mn-cs"/>
        </a:defRPr>
      </a:lvl8pPr>
      <a:lvl9pPr marL="3657471" algn="l" defTabSz="4571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4" orient="horz" pos="612" userDrawn="1">
          <p15:clr>
            <a:srgbClr val="F26B43"/>
          </p15:clr>
        </p15:guide>
        <p15:guide id="5" orient="horz" pos="948" userDrawn="1">
          <p15:clr>
            <a:srgbClr val="F26B43"/>
          </p15:clr>
        </p15:guide>
        <p15:guide id="6" orient="horz" pos="2724" userDrawn="1">
          <p15:clr>
            <a:srgbClr val="F26B43"/>
          </p15:clr>
        </p15:guide>
        <p15:guide id="8" orient="horz" pos="3125" userDrawn="1">
          <p15:clr>
            <a:srgbClr val="F26B43"/>
          </p15:clr>
        </p15:guide>
        <p15:guide id="9" pos="5472" userDrawn="1">
          <p15:clr>
            <a:srgbClr val="F26B43"/>
          </p15:clr>
        </p15:guide>
        <p15:guide id="10" pos="288" userDrawn="1">
          <p15:clr>
            <a:srgbClr val="F26B43"/>
          </p15:clr>
        </p15:guide>
        <p15:guide id="11" orient="horz" pos="27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7.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Placeholder 22">
            <a:extLst>
              <a:ext uri="{FF2B5EF4-FFF2-40B4-BE49-F238E27FC236}">
                <a16:creationId xmlns:a16="http://schemas.microsoft.com/office/drawing/2014/main" id="{CA43C162-9E48-BEEF-C4EC-22A506D7230D}"/>
              </a:ext>
              <a:ext uri="{C183D7F6-B498-43B3-948B-1728B52AA6E4}">
                <adec:decorative xmlns:adec="http://schemas.microsoft.com/office/drawing/2017/decorative" val="1"/>
              </a:ext>
            </a:extLst>
          </p:cNvPr>
          <p:cNvPicPr>
            <a:picLocks noGrp="1" noChangeAspect="1"/>
          </p:cNvPicPr>
          <p:nvPr>
            <p:ph type="pic" sz="quarter" idx="4294967295"/>
          </p:nvPr>
        </p:nvPicPr>
        <p:blipFill>
          <a:blip r:embed="rId3" cstate="screen">
            <a:extLst>
              <a:ext uri="{28A0092B-C50C-407E-A947-70E740481C1C}">
                <a14:useLocalDpi xmlns:a14="http://schemas.microsoft.com/office/drawing/2010/main"/>
              </a:ext>
            </a:extLst>
          </a:blip>
          <a:srcRect/>
          <a:stretch>
            <a:fillRect/>
          </a:stretch>
        </p:blipFill>
        <p:spPr>
          <a:xfrm>
            <a:off x="0" y="0"/>
            <a:ext cx="9144000" cy="5143500"/>
          </a:xfrm>
          <a:prstGeom prst="rect">
            <a:avLst/>
          </a:prstGeom>
        </p:spPr>
      </p:pic>
      <p:sp>
        <p:nvSpPr>
          <p:cNvPr id="7" name="Rectangle dark overlay">
            <a:extLst>
              <a:ext uri="{FF2B5EF4-FFF2-40B4-BE49-F238E27FC236}">
                <a16:creationId xmlns:a16="http://schemas.microsoft.com/office/drawing/2014/main" id="{D9D104F3-E59C-70E2-8886-458C39D9AB0E}"/>
              </a:ext>
              <a:ext uri="{C183D7F6-B498-43B3-948B-1728B52AA6E4}">
                <adec:decorative xmlns:adec="http://schemas.microsoft.com/office/drawing/2017/decorative" val="1"/>
              </a:ext>
            </a:extLst>
          </p:cNvPr>
          <p:cNvSpPr/>
          <p:nvPr/>
        </p:nvSpPr>
        <p:spPr>
          <a:xfrm>
            <a:off x="-2" y="0"/>
            <a:ext cx="4843465" cy="5143500"/>
          </a:xfrm>
          <a:prstGeom prst="rect">
            <a:avLst/>
          </a:prstGeom>
          <a:gradFill>
            <a:gsLst>
              <a:gs pos="0">
                <a:srgbClr val="000000"/>
              </a:gs>
              <a:gs pos="83000">
                <a:srgbClr val="000000">
                  <a:alpha val="0"/>
                </a:srgbClr>
              </a:gs>
            </a:gsLst>
            <a:lin ang="210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184" rtl="0" eaLnBrk="1" fontAlgn="auto" latinLnBrk="0" hangingPunct="1">
              <a:lnSpc>
                <a:spcPct val="100000"/>
              </a:lnSpc>
              <a:spcBef>
                <a:spcPts val="0"/>
              </a:spcBef>
              <a:spcAft>
                <a:spcPts val="0"/>
              </a:spcAft>
              <a:buClrTx/>
              <a:buSzTx/>
              <a:buFontTx/>
              <a:buNone/>
              <a:tabLst/>
              <a:defRPr/>
            </a:pPr>
            <a:endParaRPr kumimoji="0" lang="en-PL" sz="1800" b="0" i="0" u="none" strike="noStrike" kern="1200" cap="none" spc="0" normalizeH="0" baseline="0" noProof="0">
              <a:ln>
                <a:noFill/>
              </a:ln>
              <a:solidFill>
                <a:srgbClr val="FFFFFF"/>
              </a:solidFill>
              <a:effectLst/>
              <a:uLnTx/>
              <a:uFillTx/>
              <a:latin typeface="Zalando Sans"/>
              <a:ea typeface="+mn-ea"/>
              <a:cs typeface="+mn-cs"/>
            </a:endParaRPr>
          </a:p>
        </p:txBody>
      </p:sp>
      <p:sp>
        <p:nvSpPr>
          <p:cNvPr id="3" name="Title 2">
            <a:extLst>
              <a:ext uri="{FF2B5EF4-FFF2-40B4-BE49-F238E27FC236}">
                <a16:creationId xmlns:a16="http://schemas.microsoft.com/office/drawing/2014/main" id="{DC48E275-6CED-57AD-049D-055E602400BE}"/>
              </a:ext>
            </a:extLst>
          </p:cNvPr>
          <p:cNvSpPr>
            <a:spLocks noGrp="1"/>
          </p:cNvSpPr>
          <p:nvPr>
            <p:ph type="ctrTitle"/>
          </p:nvPr>
        </p:nvSpPr>
        <p:spPr/>
        <p:txBody>
          <a:bodyPr/>
          <a:lstStyle/>
          <a:p>
            <a:r>
              <a:rPr lang="en-US">
                <a:solidFill>
                  <a:schemeClr val="accent5"/>
                </a:solidFill>
              </a:rPr>
              <a:t>GEO Content Engine</a:t>
            </a:r>
          </a:p>
        </p:txBody>
      </p:sp>
      <p:sp>
        <p:nvSpPr>
          <p:cNvPr id="4" name="Subtitle 3">
            <a:extLst>
              <a:ext uri="{FF2B5EF4-FFF2-40B4-BE49-F238E27FC236}">
                <a16:creationId xmlns:a16="http://schemas.microsoft.com/office/drawing/2014/main" id="{D5ACE534-B5A0-8DD0-A254-5F7E49A00F61}"/>
              </a:ext>
            </a:extLst>
          </p:cNvPr>
          <p:cNvSpPr>
            <a:spLocks noGrp="1"/>
          </p:cNvSpPr>
          <p:nvPr>
            <p:ph type="subTitle" idx="1"/>
          </p:nvPr>
        </p:nvSpPr>
        <p:spPr/>
        <p:txBody>
          <a:bodyPr/>
          <a:lstStyle/>
          <a:p>
            <a:r>
              <a:rPr lang="en-US" dirty="0">
                <a:solidFill>
                  <a:schemeClr val="accent5"/>
                </a:solidFill>
              </a:rPr>
              <a:t>A Schneider Electrifier project</a:t>
            </a:r>
          </a:p>
        </p:txBody>
      </p:sp>
      <p:sp>
        <p:nvSpPr>
          <p:cNvPr id="5" name="Text Placeholder 4">
            <a:extLst>
              <a:ext uri="{FF2B5EF4-FFF2-40B4-BE49-F238E27FC236}">
                <a16:creationId xmlns:a16="http://schemas.microsoft.com/office/drawing/2014/main" id="{4AB49C1F-6CAE-0D38-1F21-6969E733E835}"/>
              </a:ext>
            </a:extLst>
          </p:cNvPr>
          <p:cNvSpPr>
            <a:spLocks noGrp="1"/>
          </p:cNvSpPr>
          <p:nvPr>
            <p:ph type="body" sz="quarter" idx="15"/>
          </p:nvPr>
        </p:nvSpPr>
        <p:spPr/>
        <p:txBody>
          <a:bodyPr/>
          <a:lstStyle/>
          <a:p>
            <a:r>
              <a:rPr lang="en-US">
                <a:solidFill>
                  <a:schemeClr val="accent5"/>
                </a:solidFill>
              </a:rPr>
              <a:t>By Khushboo Nijhawan</a:t>
            </a:r>
          </a:p>
        </p:txBody>
      </p:sp>
      <p:sp>
        <p:nvSpPr>
          <p:cNvPr id="2" name="Footer Placeholder 1">
            <a:extLst>
              <a:ext uri="{FF2B5EF4-FFF2-40B4-BE49-F238E27FC236}">
                <a16:creationId xmlns:a16="http://schemas.microsoft.com/office/drawing/2014/main" id="{BF7154B3-FD18-628C-9BAE-F6753E535026}"/>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solidFill>
                  <a:schemeClr val="accent5"/>
                </a:solidFill>
              </a:rPr>
              <a:t>©2026 Schneider Electric. All Rights Reserved.</a:t>
            </a:r>
          </a:p>
        </p:txBody>
      </p:sp>
      <p:pic>
        <p:nvPicPr>
          <p:cNvPr id="8" name="Picture 8">
            <a:extLst>
              <a:ext uri="{FF2B5EF4-FFF2-40B4-BE49-F238E27FC236}">
                <a16:creationId xmlns:a16="http://schemas.microsoft.com/office/drawing/2014/main" id="{897E871F-9864-F92B-CDEE-3FEC7847C91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7710646" y="4687803"/>
            <a:ext cx="976154" cy="289230"/>
          </a:xfrm>
          <a:prstGeom prst="rect">
            <a:avLst/>
          </a:prstGeom>
        </p:spPr>
      </p:pic>
    </p:spTree>
    <p:extLst>
      <p:ext uri="{BB962C8B-B14F-4D97-AF65-F5344CB8AC3E}">
        <p14:creationId xmlns:p14="http://schemas.microsoft.com/office/powerpoint/2010/main" val="40422161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Executive summary</a:t>
            </a:r>
          </a:p>
        </p:txBody>
      </p:sp>
      <p:sp>
        <p:nvSpPr>
          <p:cNvPr id="4" name="Footer Placeholder 3">
            <a:extLst>
              <a:ext uri="{FF2B5EF4-FFF2-40B4-BE49-F238E27FC236}">
                <a16:creationId xmlns:a16="http://schemas.microsoft.com/office/drawing/2014/main" id="{3B0F765E-30F6-26F7-ADFF-0152A9E58D76}"/>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F1ADC48C-9F81-3268-D7E5-98A40DBB42B8}"/>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2</a:t>
            </a:fld>
            <a:endParaRPr lang="en-US"/>
          </a:p>
        </p:txBody>
      </p:sp>
      <p:sp>
        <p:nvSpPr>
          <p:cNvPr id="6" name="Subtitle"/>
          <p:cNvSpPr txBox="1"/>
          <p:nvPr/>
        </p:nvSpPr>
        <p:spPr>
          <a:xfrm>
            <a:off x="457200" y="786384"/>
            <a:ext cx="8229600" cy="274320"/>
          </a:xfrm>
          <a:prstGeom prst="rect">
            <a:avLst/>
          </a:prstGeom>
          <a:noFill/>
        </p:spPr>
        <p:txBody>
          <a:bodyPr wrap="square" lIns="0" tIns="0" rIns="0" bIns="0" anchor="t">
            <a:spAutoFit/>
          </a:bodyPr>
          <a:lstStyle/>
          <a:p>
            <a:pPr algn="l"/>
            <a:r>
              <a:rPr sz="1100" b="0">
                <a:solidFill>
                  <a:srgbClr val="4E6B61"/>
                </a:solidFill>
              </a:rPr>
              <a:t>One investment turns Distributor IQ from a diagnostic into an engine that closes the gap</a:t>
            </a:r>
          </a:p>
        </p:txBody>
      </p:sp>
      <p:sp>
        <p:nvSpPr>
          <p:cNvPr id="7" name="Card 01"/>
          <p:cNvSpPr/>
          <p:nvPr/>
        </p:nvSpPr>
        <p:spPr>
          <a:xfrm>
            <a:off x="457200" y="1280160"/>
            <a:ext cx="1920240" cy="2880360"/>
          </a:xfrm>
          <a:prstGeom prst="roundRect">
            <a:avLst>
              <a:gd name="adj" fmla="val 6000"/>
            </a:avLst>
          </a:prstGeom>
          <a:solidFill>
            <a:srgbClr val="E7FFD9"/>
          </a:solidFill>
          <a:ln>
            <a:noFill/>
          </a:ln>
        </p:spPr>
        <p:txBody>
          <a:bodyPr rtlCol="0" anchor="ctr"/>
          <a:lstStyle/>
          <a:p>
            <a:pPr algn="ctr"/>
            <a:endParaRPr/>
          </a:p>
        </p:txBody>
      </p:sp>
      <p:sp>
        <p:nvSpPr>
          <p:cNvPr id="8" name="TextBox 7"/>
          <p:cNvSpPr txBox="1"/>
          <p:nvPr/>
        </p:nvSpPr>
        <p:spPr>
          <a:xfrm>
            <a:off x="640080" y="1463040"/>
            <a:ext cx="1554480" cy="411480"/>
          </a:xfrm>
          <a:prstGeom prst="rect">
            <a:avLst/>
          </a:prstGeom>
          <a:noFill/>
        </p:spPr>
        <p:txBody>
          <a:bodyPr wrap="square" lIns="0" tIns="0" rIns="0" bIns="0" anchor="t">
            <a:spAutoFit/>
          </a:bodyPr>
          <a:lstStyle/>
          <a:p>
            <a:pPr algn="l"/>
            <a:r>
              <a:rPr sz="2400" b="1">
                <a:solidFill>
                  <a:srgbClr val="009530"/>
                </a:solidFill>
              </a:rPr>
              <a:t>01</a:t>
            </a:r>
          </a:p>
        </p:txBody>
      </p:sp>
      <p:sp>
        <p:nvSpPr>
          <p:cNvPr id="9" name="TextBox 8"/>
          <p:cNvSpPr txBox="1"/>
          <p:nvPr/>
        </p:nvSpPr>
        <p:spPr>
          <a:xfrm>
            <a:off x="640080" y="1965960"/>
            <a:ext cx="1554480" cy="274320"/>
          </a:xfrm>
          <a:prstGeom prst="rect">
            <a:avLst/>
          </a:prstGeom>
          <a:noFill/>
        </p:spPr>
        <p:txBody>
          <a:bodyPr wrap="square" lIns="0" tIns="0" rIns="0" bIns="0" anchor="t">
            <a:spAutoFit/>
          </a:bodyPr>
          <a:lstStyle/>
          <a:p>
            <a:pPr algn="l"/>
            <a:r>
              <a:rPr sz="1300" b="1">
                <a:solidFill>
                  <a:srgbClr val="0A2F24"/>
                </a:solidFill>
              </a:rPr>
              <a:t>The shift</a:t>
            </a:r>
          </a:p>
        </p:txBody>
      </p:sp>
      <p:sp>
        <p:nvSpPr>
          <p:cNvPr id="10" name="TextBox 9"/>
          <p:cNvSpPr txBox="1"/>
          <p:nvPr/>
        </p:nvSpPr>
        <p:spPr>
          <a:xfrm>
            <a:off x="640080" y="2331720"/>
            <a:ext cx="1572768" cy="2011680"/>
          </a:xfrm>
          <a:prstGeom prst="rect">
            <a:avLst/>
          </a:prstGeom>
          <a:noFill/>
        </p:spPr>
        <p:txBody>
          <a:bodyPr wrap="square" lIns="0" tIns="0" rIns="0" bIns="0" anchor="t">
            <a:spAutoFit/>
          </a:bodyPr>
          <a:lstStyle/>
          <a:p>
            <a:pPr algn="l">
              <a:lnSpc>
                <a:spcPct val="110000"/>
              </a:lnSpc>
            </a:pPr>
            <a:r>
              <a:rPr sz="1000" b="0">
                <a:solidFill>
                  <a:srgbClr val="0A2F24"/>
                </a:solidFill>
              </a:rPr>
              <a:t>Buyers start research in ChatGPT, Gemini and Perplexity, and act on the answer. If a distributor is not named, it is absent at the moment of decision.</a:t>
            </a:r>
          </a:p>
        </p:txBody>
      </p:sp>
      <p:sp>
        <p:nvSpPr>
          <p:cNvPr id="11" name="Card 02"/>
          <p:cNvSpPr/>
          <p:nvPr/>
        </p:nvSpPr>
        <p:spPr>
          <a:xfrm>
            <a:off x="2560320" y="1280160"/>
            <a:ext cx="1920240" cy="2880360"/>
          </a:xfrm>
          <a:prstGeom prst="roundRect">
            <a:avLst>
              <a:gd name="adj" fmla="val 6000"/>
            </a:avLst>
          </a:prstGeom>
          <a:solidFill>
            <a:srgbClr val="E7FFD9"/>
          </a:solidFill>
          <a:ln>
            <a:noFill/>
          </a:ln>
        </p:spPr>
        <p:txBody>
          <a:bodyPr rtlCol="0" anchor="ctr"/>
          <a:lstStyle/>
          <a:p>
            <a:pPr algn="ctr"/>
            <a:endParaRPr/>
          </a:p>
        </p:txBody>
      </p:sp>
      <p:sp>
        <p:nvSpPr>
          <p:cNvPr id="12" name="TextBox 11"/>
          <p:cNvSpPr txBox="1"/>
          <p:nvPr/>
        </p:nvSpPr>
        <p:spPr>
          <a:xfrm>
            <a:off x="2743200" y="1463040"/>
            <a:ext cx="1554480" cy="411480"/>
          </a:xfrm>
          <a:prstGeom prst="rect">
            <a:avLst/>
          </a:prstGeom>
          <a:noFill/>
        </p:spPr>
        <p:txBody>
          <a:bodyPr wrap="square" lIns="0" tIns="0" rIns="0" bIns="0" anchor="t">
            <a:spAutoFit/>
          </a:bodyPr>
          <a:lstStyle/>
          <a:p>
            <a:pPr algn="l"/>
            <a:r>
              <a:rPr sz="2400" b="1">
                <a:solidFill>
                  <a:srgbClr val="009530"/>
                </a:solidFill>
              </a:rPr>
              <a:t>02</a:t>
            </a:r>
          </a:p>
        </p:txBody>
      </p:sp>
      <p:sp>
        <p:nvSpPr>
          <p:cNvPr id="13" name="TextBox 12"/>
          <p:cNvSpPr txBox="1"/>
          <p:nvPr/>
        </p:nvSpPr>
        <p:spPr>
          <a:xfrm>
            <a:off x="2743200" y="1965960"/>
            <a:ext cx="1554480" cy="274320"/>
          </a:xfrm>
          <a:prstGeom prst="rect">
            <a:avLst/>
          </a:prstGeom>
          <a:noFill/>
        </p:spPr>
        <p:txBody>
          <a:bodyPr wrap="square" lIns="0" tIns="0" rIns="0" bIns="0" anchor="t">
            <a:spAutoFit/>
          </a:bodyPr>
          <a:lstStyle/>
          <a:p>
            <a:pPr algn="l"/>
            <a:r>
              <a:rPr sz="1300" b="1">
                <a:solidFill>
                  <a:srgbClr val="0A2F24"/>
                </a:solidFill>
              </a:rPr>
              <a:t>The gap</a:t>
            </a:r>
          </a:p>
        </p:txBody>
      </p:sp>
      <p:sp>
        <p:nvSpPr>
          <p:cNvPr id="14" name="TextBox 13"/>
          <p:cNvSpPr txBox="1"/>
          <p:nvPr/>
        </p:nvSpPr>
        <p:spPr>
          <a:xfrm>
            <a:off x="2743200" y="2331720"/>
            <a:ext cx="1572768" cy="2011680"/>
          </a:xfrm>
          <a:prstGeom prst="rect">
            <a:avLst/>
          </a:prstGeom>
          <a:noFill/>
        </p:spPr>
        <p:txBody>
          <a:bodyPr wrap="square" lIns="0" tIns="0" rIns="0" bIns="0" anchor="t">
            <a:spAutoFit/>
          </a:bodyPr>
          <a:lstStyle/>
          <a:p>
            <a:pPr algn="l">
              <a:lnSpc>
                <a:spcPct val="110000"/>
              </a:lnSpc>
            </a:pPr>
            <a:r>
              <a:rPr sz="1000" b="0">
                <a:solidFill>
                  <a:srgbClr val="0A2F24"/>
                </a:solidFill>
              </a:rPr>
              <a:t>Distributor IQ shows where distributors are missing and suggests actions. Producing the content that fixes it is still manual, slow and generic.</a:t>
            </a:r>
          </a:p>
        </p:txBody>
      </p:sp>
      <p:sp>
        <p:nvSpPr>
          <p:cNvPr id="15" name="Card 03"/>
          <p:cNvSpPr/>
          <p:nvPr/>
        </p:nvSpPr>
        <p:spPr>
          <a:xfrm>
            <a:off x="4663440" y="1280160"/>
            <a:ext cx="1920240" cy="2880360"/>
          </a:xfrm>
          <a:prstGeom prst="roundRect">
            <a:avLst>
              <a:gd name="adj" fmla="val 6000"/>
            </a:avLst>
          </a:prstGeom>
          <a:solidFill>
            <a:srgbClr val="E7FFD9"/>
          </a:solidFill>
          <a:ln>
            <a:noFill/>
          </a:ln>
        </p:spPr>
        <p:txBody>
          <a:bodyPr rtlCol="0" anchor="ctr"/>
          <a:lstStyle/>
          <a:p>
            <a:pPr algn="ctr"/>
            <a:endParaRPr/>
          </a:p>
        </p:txBody>
      </p:sp>
      <p:sp>
        <p:nvSpPr>
          <p:cNvPr id="16" name="TextBox 15"/>
          <p:cNvSpPr txBox="1"/>
          <p:nvPr/>
        </p:nvSpPr>
        <p:spPr>
          <a:xfrm>
            <a:off x="4846320" y="1463040"/>
            <a:ext cx="1554480" cy="411480"/>
          </a:xfrm>
          <a:prstGeom prst="rect">
            <a:avLst/>
          </a:prstGeom>
          <a:noFill/>
        </p:spPr>
        <p:txBody>
          <a:bodyPr wrap="square" lIns="0" tIns="0" rIns="0" bIns="0" anchor="t">
            <a:spAutoFit/>
          </a:bodyPr>
          <a:lstStyle/>
          <a:p>
            <a:pPr algn="l"/>
            <a:r>
              <a:rPr sz="2400" b="1">
                <a:solidFill>
                  <a:srgbClr val="009530"/>
                </a:solidFill>
              </a:rPr>
              <a:t>03</a:t>
            </a:r>
          </a:p>
        </p:txBody>
      </p:sp>
      <p:sp>
        <p:nvSpPr>
          <p:cNvPr id="17" name="TextBox 16"/>
          <p:cNvSpPr txBox="1"/>
          <p:nvPr/>
        </p:nvSpPr>
        <p:spPr>
          <a:xfrm>
            <a:off x="4846320" y="1965960"/>
            <a:ext cx="1554480" cy="274320"/>
          </a:xfrm>
          <a:prstGeom prst="rect">
            <a:avLst/>
          </a:prstGeom>
          <a:noFill/>
        </p:spPr>
        <p:txBody>
          <a:bodyPr wrap="square" lIns="0" tIns="0" rIns="0" bIns="0" anchor="t">
            <a:spAutoFit/>
          </a:bodyPr>
          <a:lstStyle/>
          <a:p>
            <a:pPr algn="l"/>
            <a:r>
              <a:rPr sz="1300" b="1">
                <a:solidFill>
                  <a:srgbClr val="0A2F24"/>
                </a:solidFill>
              </a:rPr>
              <a:t>The solution</a:t>
            </a:r>
          </a:p>
        </p:txBody>
      </p:sp>
      <p:sp>
        <p:nvSpPr>
          <p:cNvPr id="18" name="TextBox 17"/>
          <p:cNvSpPr txBox="1"/>
          <p:nvPr/>
        </p:nvSpPr>
        <p:spPr>
          <a:xfrm>
            <a:off x="4846320" y="2331720"/>
            <a:ext cx="1572768" cy="2011680"/>
          </a:xfrm>
          <a:prstGeom prst="rect">
            <a:avLst/>
          </a:prstGeom>
          <a:noFill/>
        </p:spPr>
        <p:txBody>
          <a:bodyPr wrap="square" lIns="0" tIns="0" rIns="0" bIns="0" anchor="t">
            <a:spAutoFit/>
          </a:bodyPr>
          <a:lstStyle/>
          <a:p>
            <a:pPr algn="l">
              <a:lnSpc>
                <a:spcPct val="110000"/>
              </a:lnSpc>
            </a:pPr>
            <a:r>
              <a:rPr sz="1000" b="0">
                <a:solidFill>
                  <a:srgbClr val="0A2F24"/>
                </a:solidFill>
              </a:rPr>
              <a:t>A GEO content engine: Distributor IQ gaps in, KB-grounded content tailored per distributor page out. Scored, human-approved, then re-measured.</a:t>
            </a:r>
          </a:p>
        </p:txBody>
      </p:sp>
      <p:sp>
        <p:nvSpPr>
          <p:cNvPr id="19" name="Card 04"/>
          <p:cNvSpPr/>
          <p:nvPr/>
        </p:nvSpPr>
        <p:spPr>
          <a:xfrm>
            <a:off x="6766559" y="1280160"/>
            <a:ext cx="1920240" cy="2880360"/>
          </a:xfrm>
          <a:prstGeom prst="roundRect">
            <a:avLst>
              <a:gd name="adj" fmla="val 6000"/>
            </a:avLst>
          </a:prstGeom>
          <a:solidFill>
            <a:srgbClr val="0A2F24"/>
          </a:solidFill>
          <a:ln>
            <a:noFill/>
          </a:ln>
        </p:spPr>
        <p:txBody>
          <a:bodyPr rtlCol="0" anchor="ctr"/>
          <a:lstStyle/>
          <a:p>
            <a:pPr algn="ctr"/>
            <a:endParaRPr/>
          </a:p>
        </p:txBody>
      </p:sp>
      <p:sp>
        <p:nvSpPr>
          <p:cNvPr id="20" name="TextBox 19"/>
          <p:cNvSpPr txBox="1"/>
          <p:nvPr/>
        </p:nvSpPr>
        <p:spPr>
          <a:xfrm>
            <a:off x="6949440" y="1463040"/>
            <a:ext cx="1554480" cy="411480"/>
          </a:xfrm>
          <a:prstGeom prst="rect">
            <a:avLst/>
          </a:prstGeom>
          <a:noFill/>
        </p:spPr>
        <p:txBody>
          <a:bodyPr wrap="square" lIns="0" tIns="0" rIns="0" bIns="0" anchor="t">
            <a:spAutoFit/>
          </a:bodyPr>
          <a:lstStyle/>
          <a:p>
            <a:pPr algn="l"/>
            <a:r>
              <a:rPr sz="2400" b="1">
                <a:solidFill>
                  <a:srgbClr val="3DCD58"/>
                </a:solidFill>
              </a:rPr>
              <a:t>04</a:t>
            </a:r>
          </a:p>
        </p:txBody>
      </p:sp>
      <p:sp>
        <p:nvSpPr>
          <p:cNvPr id="21" name="TextBox 20"/>
          <p:cNvSpPr txBox="1"/>
          <p:nvPr/>
        </p:nvSpPr>
        <p:spPr>
          <a:xfrm>
            <a:off x="6949440" y="1965960"/>
            <a:ext cx="1554480" cy="274320"/>
          </a:xfrm>
          <a:prstGeom prst="rect">
            <a:avLst/>
          </a:prstGeom>
          <a:noFill/>
        </p:spPr>
        <p:txBody>
          <a:bodyPr wrap="square" lIns="0" tIns="0" rIns="0" bIns="0" anchor="t">
            <a:spAutoFit/>
          </a:bodyPr>
          <a:lstStyle/>
          <a:p>
            <a:pPr algn="l"/>
            <a:r>
              <a:rPr sz="1300" b="1">
                <a:solidFill>
                  <a:srgbClr val="FFFFFF"/>
                </a:solidFill>
              </a:rPr>
              <a:t>The ask</a:t>
            </a:r>
          </a:p>
        </p:txBody>
      </p:sp>
      <p:sp>
        <p:nvSpPr>
          <p:cNvPr id="22" name="TextBox 21"/>
          <p:cNvSpPr txBox="1"/>
          <p:nvPr/>
        </p:nvSpPr>
        <p:spPr>
          <a:xfrm>
            <a:off x="6949440" y="2331720"/>
            <a:ext cx="1572768" cy="2011680"/>
          </a:xfrm>
          <a:prstGeom prst="rect">
            <a:avLst/>
          </a:prstGeom>
          <a:noFill/>
        </p:spPr>
        <p:txBody>
          <a:bodyPr wrap="square" lIns="0" tIns="0" rIns="0" bIns="0" anchor="t">
            <a:spAutoFit/>
          </a:bodyPr>
          <a:lstStyle/>
          <a:p>
            <a:pPr algn="l">
              <a:lnSpc>
                <a:spcPct val="110000"/>
              </a:lnSpc>
            </a:pPr>
            <a:r>
              <a:rPr sz="1000" b="0">
                <a:solidFill>
                  <a:srgbClr val="FFFFFF"/>
                </a:solidFill>
              </a:rPr>
              <a:t>Fund V2 (gap-to-content) on top of the Electrifier POC. Pilot on Breakers and Contactors with a small group of distributors, then decide on scale.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Buyers now ask AI first, and act on the answer</a:t>
            </a:r>
          </a:p>
        </p:txBody>
      </p:sp>
      <p:sp>
        <p:nvSpPr>
          <p:cNvPr id="4" name="Footer Placeholder 3">
            <a:extLst>
              <a:ext uri="{FF2B5EF4-FFF2-40B4-BE49-F238E27FC236}">
                <a16:creationId xmlns:a16="http://schemas.microsoft.com/office/drawing/2014/main" id="{3B0F765E-30F6-26F7-ADFF-0152A9E58D76}"/>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F1ADC48C-9F81-3268-D7E5-98A40DBB42B8}"/>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3</a:t>
            </a:fld>
            <a:endParaRPr lang="en-US"/>
          </a:p>
        </p:txBody>
      </p:sp>
      <p:sp>
        <p:nvSpPr>
          <p:cNvPr id="6" name="Subtitle"/>
          <p:cNvSpPr txBox="1"/>
          <p:nvPr/>
        </p:nvSpPr>
        <p:spPr>
          <a:xfrm>
            <a:off x="457200" y="786384"/>
            <a:ext cx="8229600" cy="274320"/>
          </a:xfrm>
          <a:prstGeom prst="rect">
            <a:avLst/>
          </a:prstGeom>
          <a:noFill/>
        </p:spPr>
        <p:txBody>
          <a:bodyPr wrap="square" lIns="0" tIns="0" rIns="0" bIns="0" anchor="t">
            <a:spAutoFit/>
          </a:bodyPr>
          <a:lstStyle/>
          <a:p>
            <a:pPr algn="l"/>
            <a:r>
              <a:rPr sz="1100" b="0">
                <a:solidFill>
                  <a:srgbClr val="4E6B61"/>
                </a:solidFill>
              </a:rPr>
              <a:t>AI answers are assembled from many sub-searches, so visibility is won by topic coverage, not one keyword</a:t>
            </a:r>
          </a:p>
        </p:txBody>
      </p:sp>
      <p:sp>
        <p:nvSpPr>
          <p:cNvPr id="7" name="TextBox 6"/>
          <p:cNvSpPr txBox="1"/>
          <p:nvPr/>
        </p:nvSpPr>
        <p:spPr>
          <a:xfrm>
            <a:off x="457200" y="1280160"/>
            <a:ext cx="2560320" cy="685800"/>
          </a:xfrm>
          <a:prstGeom prst="rect">
            <a:avLst/>
          </a:prstGeom>
          <a:noFill/>
        </p:spPr>
        <p:txBody>
          <a:bodyPr wrap="square" lIns="0" tIns="0" rIns="0" bIns="0" anchor="t">
            <a:spAutoFit/>
          </a:bodyPr>
          <a:lstStyle/>
          <a:p>
            <a:pPr algn="l"/>
            <a:r>
              <a:rPr sz="4000" b="1">
                <a:solidFill>
                  <a:srgbClr val="009530"/>
                </a:solidFill>
              </a:rPr>
              <a:t>12–15</a:t>
            </a:r>
            <a:r>
              <a:rPr sz="1200" b="1">
                <a:solidFill>
                  <a:srgbClr val="0A2F24"/>
                </a:solidFill>
              </a:rPr>
              <a:t>  sub-queries</a:t>
            </a:r>
          </a:p>
        </p:txBody>
      </p:sp>
      <p:sp>
        <p:nvSpPr>
          <p:cNvPr id="8" name="TextBox 7"/>
          <p:cNvSpPr txBox="1"/>
          <p:nvPr/>
        </p:nvSpPr>
        <p:spPr>
          <a:xfrm>
            <a:off x="457200" y="2057400"/>
            <a:ext cx="2468880" cy="914400"/>
          </a:xfrm>
          <a:prstGeom prst="rect">
            <a:avLst/>
          </a:prstGeom>
          <a:noFill/>
        </p:spPr>
        <p:txBody>
          <a:bodyPr wrap="square" lIns="0" tIns="0" rIns="0" bIns="0" anchor="t">
            <a:spAutoFit/>
          </a:bodyPr>
          <a:lstStyle/>
          <a:p>
            <a:pPr algn="l">
              <a:lnSpc>
                <a:spcPct val="110000"/>
              </a:lnSpc>
            </a:pPr>
            <a:r>
              <a:rPr sz="1050" b="0">
                <a:solidFill>
                  <a:srgbClr val="0A2F24"/>
                </a:solidFill>
              </a:rPr>
              <a:t>Google AI Mode generates per question on average. Each one is a chance to be cited, or missed.</a:t>
            </a:r>
          </a:p>
        </p:txBody>
      </p:sp>
      <p:sp>
        <p:nvSpPr>
          <p:cNvPr id="9" name="TextBox 8"/>
          <p:cNvSpPr txBox="1"/>
          <p:nvPr/>
        </p:nvSpPr>
        <p:spPr>
          <a:xfrm>
            <a:off x="3291840" y="1280160"/>
            <a:ext cx="2560320" cy="685800"/>
          </a:xfrm>
          <a:prstGeom prst="rect">
            <a:avLst/>
          </a:prstGeom>
          <a:noFill/>
        </p:spPr>
        <p:txBody>
          <a:bodyPr wrap="square" lIns="0" tIns="0" rIns="0" bIns="0" anchor="t">
            <a:spAutoFit/>
          </a:bodyPr>
          <a:lstStyle/>
          <a:p>
            <a:pPr algn="l"/>
            <a:r>
              <a:rPr sz="4000" b="1">
                <a:solidFill>
                  <a:srgbClr val="009530"/>
                </a:solidFill>
              </a:rPr>
              <a:t>~27%</a:t>
            </a:r>
            <a:r>
              <a:rPr sz="1200" b="1">
                <a:solidFill>
                  <a:srgbClr val="0A2F24"/>
                </a:solidFill>
              </a:rPr>
              <a:t>  stable</a:t>
            </a:r>
          </a:p>
        </p:txBody>
      </p:sp>
      <p:sp>
        <p:nvSpPr>
          <p:cNvPr id="10" name="TextBox 9"/>
          <p:cNvSpPr txBox="1"/>
          <p:nvPr/>
        </p:nvSpPr>
        <p:spPr>
          <a:xfrm>
            <a:off x="3291840" y="2057400"/>
            <a:ext cx="2468880" cy="914400"/>
          </a:xfrm>
          <a:prstGeom prst="rect">
            <a:avLst/>
          </a:prstGeom>
          <a:noFill/>
        </p:spPr>
        <p:txBody>
          <a:bodyPr wrap="square" lIns="0" tIns="0" rIns="0" bIns="0" anchor="t">
            <a:spAutoFit/>
          </a:bodyPr>
          <a:lstStyle/>
          <a:p>
            <a:pPr algn="l">
              <a:lnSpc>
                <a:spcPct val="110000"/>
              </a:lnSpc>
            </a:pPr>
            <a:r>
              <a:rPr sz="1050" b="0">
                <a:solidFill>
                  <a:srgbClr val="0A2F24"/>
                </a:solidFill>
              </a:rPr>
              <a:t>Share of fan-out sub-queries that stay the same across repeated runs. Optimise for topics, not phrases.</a:t>
            </a:r>
          </a:p>
        </p:txBody>
      </p:sp>
      <p:sp>
        <p:nvSpPr>
          <p:cNvPr id="11" name="TextBox 10"/>
          <p:cNvSpPr txBox="1"/>
          <p:nvPr/>
        </p:nvSpPr>
        <p:spPr>
          <a:xfrm>
            <a:off x="6126480" y="1280160"/>
            <a:ext cx="2560320" cy="685800"/>
          </a:xfrm>
          <a:prstGeom prst="rect">
            <a:avLst/>
          </a:prstGeom>
          <a:noFill/>
        </p:spPr>
        <p:txBody>
          <a:bodyPr wrap="square" lIns="0" tIns="0" rIns="0" bIns="0" anchor="t">
            <a:spAutoFit/>
          </a:bodyPr>
          <a:lstStyle/>
          <a:p>
            <a:pPr algn="l"/>
            <a:r>
              <a:rPr sz="4000" b="1">
                <a:solidFill>
                  <a:srgbClr val="009530"/>
                </a:solidFill>
              </a:rPr>
              <a:t>+161%</a:t>
            </a:r>
            <a:r>
              <a:rPr sz="1200" b="1">
                <a:solidFill>
                  <a:srgbClr val="0A2F24"/>
                </a:solidFill>
              </a:rPr>
              <a:t>  citation rate</a:t>
            </a:r>
          </a:p>
        </p:txBody>
      </p:sp>
      <p:sp>
        <p:nvSpPr>
          <p:cNvPr id="12" name="TextBox 11"/>
          <p:cNvSpPr txBox="1"/>
          <p:nvPr/>
        </p:nvSpPr>
        <p:spPr>
          <a:xfrm>
            <a:off x="6126480" y="2057400"/>
            <a:ext cx="2468880" cy="914400"/>
          </a:xfrm>
          <a:prstGeom prst="rect">
            <a:avLst/>
          </a:prstGeom>
          <a:noFill/>
        </p:spPr>
        <p:txBody>
          <a:bodyPr wrap="square" lIns="0" tIns="0" rIns="0" bIns="0" anchor="t">
            <a:spAutoFit/>
          </a:bodyPr>
          <a:lstStyle/>
          <a:p>
            <a:pPr algn="l">
              <a:lnSpc>
                <a:spcPct val="110000"/>
              </a:lnSpc>
            </a:pPr>
            <a:r>
              <a:rPr sz="1050" b="0">
                <a:solidFill>
                  <a:srgbClr val="0A2F24"/>
                </a:solidFill>
              </a:rPr>
              <a:t>For content restructured around fan-out sub-intents vs. single-intent pages (study of 173,000+ URLs).</a:t>
            </a:r>
          </a:p>
        </p:txBody>
      </p:sp>
      <p:sp>
        <p:nvSpPr>
          <p:cNvPr id="13" name="So what"/>
          <p:cNvSpPr/>
          <p:nvPr/>
        </p:nvSpPr>
        <p:spPr>
          <a:xfrm>
            <a:off x="457200" y="3246120"/>
            <a:ext cx="8229600" cy="960120"/>
          </a:xfrm>
          <a:prstGeom prst="roundRect">
            <a:avLst>
              <a:gd name="adj" fmla="val 6000"/>
            </a:avLst>
          </a:prstGeom>
          <a:solidFill>
            <a:srgbClr val="0A2F24"/>
          </a:solidFill>
          <a:ln>
            <a:noFill/>
          </a:ln>
        </p:spPr>
        <p:txBody>
          <a:bodyPr wrap="square" lIns="228600" tIns="228600" rIns="228600" bIns="228600" rtlCol="0" anchor="ctr"/>
          <a:lstStyle/>
          <a:p>
            <a:pPr algn="l"/>
            <a:r>
              <a:rPr sz="1100" b="1">
                <a:solidFill>
                  <a:srgbClr val="3DCD58"/>
                </a:solidFill>
              </a:rPr>
              <a:t>So what for distributors  </a:t>
            </a:r>
            <a:r>
              <a:rPr sz="1100" b="0">
                <a:solidFill>
                  <a:srgbClr val="FFFFFF"/>
                </a:solidFill>
              </a:rPr>
              <a:t>Product-category pages must answer the full set of buyer sub-questions with structured, citable evidence. That is a content problem, and it repeats for every category and every distributor.</a:t>
            </a:r>
          </a:p>
        </p:txBody>
      </p:sp>
      <p:sp>
        <p:nvSpPr>
          <p:cNvPr id="14" name="TextBox 13"/>
          <p:cNvSpPr txBox="1"/>
          <p:nvPr/>
        </p:nvSpPr>
        <p:spPr>
          <a:xfrm>
            <a:off x="457200" y="4315968"/>
            <a:ext cx="8229600" cy="182880"/>
          </a:xfrm>
          <a:prstGeom prst="rect">
            <a:avLst/>
          </a:prstGeom>
          <a:noFill/>
        </p:spPr>
        <p:txBody>
          <a:bodyPr wrap="square" lIns="0" tIns="0" rIns="0" bIns="0" anchor="t">
            <a:spAutoFit/>
          </a:bodyPr>
          <a:lstStyle/>
          <a:p>
            <a:pPr algn="l"/>
            <a:r>
              <a:rPr sz="800" b="0">
                <a:solidFill>
                  <a:srgbClr val="4E6B61"/>
                </a:solidFill>
              </a:rPr>
              <a:t>Source: GEO New Insights research deck (Query Fan-Out).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Distributor IQ shows the gap. Closing it is still manual</a:t>
            </a:r>
          </a:p>
        </p:txBody>
      </p:sp>
      <p:sp>
        <p:nvSpPr>
          <p:cNvPr id="4" name="Footer Placeholder 3">
            <a:extLst>
              <a:ext uri="{FF2B5EF4-FFF2-40B4-BE49-F238E27FC236}">
                <a16:creationId xmlns:a16="http://schemas.microsoft.com/office/drawing/2014/main" id="{3B0F765E-30F6-26F7-ADFF-0152A9E58D76}"/>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F1ADC48C-9F81-3268-D7E5-98A40DBB42B8}"/>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4</a:t>
            </a:fld>
            <a:endParaRPr lang="en-US"/>
          </a:p>
        </p:txBody>
      </p:sp>
      <p:sp>
        <p:nvSpPr>
          <p:cNvPr id="6" name="Subtitle"/>
          <p:cNvSpPr txBox="1"/>
          <p:nvPr/>
        </p:nvSpPr>
        <p:spPr>
          <a:xfrm>
            <a:off x="457200" y="786384"/>
            <a:ext cx="8229600" cy="274320"/>
          </a:xfrm>
          <a:prstGeom prst="rect">
            <a:avLst/>
          </a:prstGeom>
          <a:noFill/>
        </p:spPr>
        <p:txBody>
          <a:bodyPr wrap="square" lIns="0" tIns="0" rIns="0" bIns="0" anchor="t">
            <a:spAutoFit/>
          </a:bodyPr>
          <a:lstStyle/>
          <a:p>
            <a:pPr algn="l"/>
            <a:r>
              <a:rPr sz="1100" b="0">
                <a:solidFill>
                  <a:srgbClr val="4E6B61"/>
                </a:solidFill>
              </a:rPr>
              <a:t>Today the tool diagnoses and recommends; the content that acts on the recommendation is left to the distributor</a:t>
            </a:r>
          </a:p>
        </p:txBody>
      </p:sp>
      <p:sp>
        <p:nvSpPr>
          <p:cNvPr id="7" name="TextBox 6"/>
          <p:cNvSpPr txBox="1"/>
          <p:nvPr/>
        </p:nvSpPr>
        <p:spPr>
          <a:xfrm>
            <a:off x="457200" y="1216152"/>
            <a:ext cx="1234440" cy="182880"/>
          </a:xfrm>
          <a:prstGeom prst="rect">
            <a:avLst/>
          </a:prstGeom>
          <a:noFill/>
        </p:spPr>
        <p:txBody>
          <a:bodyPr wrap="square" lIns="0" tIns="0" rIns="0" bIns="0" anchor="t">
            <a:spAutoFit/>
          </a:bodyPr>
          <a:lstStyle/>
          <a:p>
            <a:pPr algn="l"/>
            <a:r>
              <a:rPr sz="700" b="1">
                <a:solidFill>
                  <a:srgbClr val="009530"/>
                </a:solidFill>
              </a:rPr>
              <a:t>IN DISTRIBUTOR IQ</a:t>
            </a:r>
          </a:p>
        </p:txBody>
      </p:sp>
      <p:sp>
        <p:nvSpPr>
          <p:cNvPr id="8" name="Module 1"/>
          <p:cNvSpPr/>
          <p:nvPr/>
        </p:nvSpPr>
        <p:spPr>
          <a:xfrm>
            <a:off x="457200" y="1417320"/>
            <a:ext cx="1234440" cy="914400"/>
          </a:xfrm>
          <a:prstGeom prst="roundRect">
            <a:avLst>
              <a:gd name="adj" fmla="val 6000"/>
            </a:avLst>
          </a:prstGeom>
          <a:solidFill>
            <a:srgbClr val="E7FFD9"/>
          </a:solidFill>
          <a:ln>
            <a:noFill/>
          </a:ln>
        </p:spPr>
        <p:txBody>
          <a:bodyPr wrap="square" tIns="91440" bIns="91440" rtlCol="0" anchor="ctr"/>
          <a:lstStyle/>
          <a:p>
            <a:pPr algn="l">
              <a:spcAft>
                <a:spcPts val="300"/>
              </a:spcAft>
            </a:pPr>
            <a:r>
              <a:rPr sz="1050" b="1">
                <a:solidFill>
                  <a:srgbClr val="0A2F24"/>
                </a:solidFill>
              </a:rPr>
              <a:t>Visibility</a:t>
            </a:r>
          </a:p>
          <a:p>
            <a:pPr algn="l"/>
            <a:r>
              <a:rPr sz="850" b="0">
                <a:solidFill>
                  <a:srgbClr val="0A2F24"/>
                </a:solidFill>
              </a:rPr>
              <a:t>Where the distributor is named in AI answers</a:t>
            </a:r>
          </a:p>
        </p:txBody>
      </p:sp>
      <p:cxnSp>
        <p:nvCxnSpPr>
          <p:cNvPr id="9" name="Connector 8"/>
          <p:cNvCxnSpPr/>
          <p:nvPr/>
        </p:nvCxnSpPr>
        <p:spPr>
          <a:xfrm>
            <a:off x="1700784" y="1874519"/>
            <a:ext cx="146304" cy="0"/>
          </a:xfrm>
          <a:prstGeom prst="line">
            <a:avLst/>
          </a:prstGeom>
          <a:ln w="12700">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856232" y="1216152"/>
            <a:ext cx="1234440" cy="182880"/>
          </a:xfrm>
          <a:prstGeom prst="rect">
            <a:avLst/>
          </a:prstGeom>
          <a:noFill/>
        </p:spPr>
        <p:txBody>
          <a:bodyPr wrap="square" lIns="0" tIns="0" rIns="0" bIns="0" anchor="t">
            <a:spAutoFit/>
          </a:bodyPr>
          <a:lstStyle/>
          <a:p>
            <a:pPr algn="l"/>
            <a:r>
              <a:rPr sz="700" b="1">
                <a:solidFill>
                  <a:srgbClr val="009530"/>
                </a:solidFill>
              </a:rPr>
              <a:t>IN DISTRIBUTOR IQ</a:t>
            </a:r>
          </a:p>
        </p:txBody>
      </p:sp>
      <p:sp>
        <p:nvSpPr>
          <p:cNvPr id="11" name="Module 2"/>
          <p:cNvSpPr/>
          <p:nvPr/>
        </p:nvSpPr>
        <p:spPr>
          <a:xfrm>
            <a:off x="1856232" y="1417320"/>
            <a:ext cx="1234440" cy="914400"/>
          </a:xfrm>
          <a:prstGeom prst="roundRect">
            <a:avLst>
              <a:gd name="adj" fmla="val 6000"/>
            </a:avLst>
          </a:prstGeom>
          <a:solidFill>
            <a:srgbClr val="E7FFD9"/>
          </a:solidFill>
          <a:ln>
            <a:noFill/>
          </a:ln>
        </p:spPr>
        <p:txBody>
          <a:bodyPr wrap="square" tIns="91440" bIns="91440" rtlCol="0" anchor="ctr"/>
          <a:lstStyle/>
          <a:p>
            <a:pPr algn="l">
              <a:spcAft>
                <a:spcPts val="300"/>
              </a:spcAft>
            </a:pPr>
            <a:r>
              <a:rPr sz="1050" b="1">
                <a:solidFill>
                  <a:srgbClr val="0A2F24"/>
                </a:solidFill>
              </a:rPr>
              <a:t>Competitor view</a:t>
            </a:r>
          </a:p>
          <a:p>
            <a:pPr algn="l"/>
            <a:r>
              <a:rPr sz="850" b="0">
                <a:solidFill>
                  <a:srgbClr val="0A2F24"/>
                </a:solidFill>
              </a:rPr>
              <a:t>Who is ahead, on which topics</a:t>
            </a:r>
          </a:p>
        </p:txBody>
      </p:sp>
      <p:cxnSp>
        <p:nvCxnSpPr>
          <p:cNvPr id="12" name="Connector 11"/>
          <p:cNvCxnSpPr/>
          <p:nvPr/>
        </p:nvCxnSpPr>
        <p:spPr>
          <a:xfrm>
            <a:off x="3099816" y="1874519"/>
            <a:ext cx="146304" cy="0"/>
          </a:xfrm>
          <a:prstGeom prst="line">
            <a:avLst/>
          </a:prstGeom>
          <a:ln w="12700">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255264" y="1216152"/>
            <a:ext cx="1234440" cy="182880"/>
          </a:xfrm>
          <a:prstGeom prst="rect">
            <a:avLst/>
          </a:prstGeom>
          <a:noFill/>
        </p:spPr>
        <p:txBody>
          <a:bodyPr wrap="square" lIns="0" tIns="0" rIns="0" bIns="0" anchor="t">
            <a:spAutoFit/>
          </a:bodyPr>
          <a:lstStyle/>
          <a:p>
            <a:pPr algn="l"/>
            <a:r>
              <a:rPr sz="700" b="1">
                <a:solidFill>
                  <a:srgbClr val="009530"/>
                </a:solidFill>
              </a:rPr>
              <a:t>IN DISTRIBUTOR IQ</a:t>
            </a:r>
          </a:p>
        </p:txBody>
      </p:sp>
      <p:sp>
        <p:nvSpPr>
          <p:cNvPr id="14" name="Module 3"/>
          <p:cNvSpPr/>
          <p:nvPr/>
        </p:nvSpPr>
        <p:spPr>
          <a:xfrm>
            <a:off x="3255264" y="1417320"/>
            <a:ext cx="1234440" cy="914400"/>
          </a:xfrm>
          <a:prstGeom prst="roundRect">
            <a:avLst>
              <a:gd name="adj" fmla="val 6000"/>
            </a:avLst>
          </a:prstGeom>
          <a:solidFill>
            <a:srgbClr val="E7FFD9"/>
          </a:solidFill>
          <a:ln>
            <a:noFill/>
          </a:ln>
        </p:spPr>
        <p:txBody>
          <a:bodyPr wrap="square" tIns="91440" bIns="91440" rtlCol="0" anchor="ctr"/>
          <a:lstStyle/>
          <a:p>
            <a:pPr algn="l">
              <a:spcAft>
                <a:spcPts val="300"/>
              </a:spcAft>
            </a:pPr>
            <a:r>
              <a:rPr sz="1050" b="1">
                <a:solidFill>
                  <a:srgbClr val="0A2F24"/>
                </a:solidFill>
              </a:rPr>
              <a:t>Citation tracker</a:t>
            </a:r>
          </a:p>
          <a:p>
            <a:pPr algn="l"/>
            <a:r>
              <a:rPr sz="850" b="0">
                <a:solidFill>
                  <a:srgbClr val="0A2F24"/>
                </a:solidFill>
              </a:rPr>
              <a:t>Which pages are cited and still live</a:t>
            </a:r>
          </a:p>
        </p:txBody>
      </p:sp>
      <p:cxnSp>
        <p:nvCxnSpPr>
          <p:cNvPr id="15" name="Connector 14"/>
          <p:cNvCxnSpPr/>
          <p:nvPr/>
        </p:nvCxnSpPr>
        <p:spPr>
          <a:xfrm>
            <a:off x="4498848" y="1874519"/>
            <a:ext cx="146304" cy="0"/>
          </a:xfrm>
          <a:prstGeom prst="line">
            <a:avLst/>
          </a:prstGeom>
          <a:ln w="12700">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654296" y="1216152"/>
            <a:ext cx="1234440" cy="182880"/>
          </a:xfrm>
          <a:prstGeom prst="rect">
            <a:avLst/>
          </a:prstGeom>
          <a:noFill/>
        </p:spPr>
        <p:txBody>
          <a:bodyPr wrap="square" lIns="0" tIns="0" rIns="0" bIns="0" anchor="t">
            <a:spAutoFit/>
          </a:bodyPr>
          <a:lstStyle/>
          <a:p>
            <a:pPr algn="l"/>
            <a:r>
              <a:rPr sz="700" b="1">
                <a:solidFill>
                  <a:srgbClr val="009530"/>
                </a:solidFill>
              </a:rPr>
              <a:t>IN DISTRIBUTOR IQ</a:t>
            </a:r>
          </a:p>
        </p:txBody>
      </p:sp>
      <p:sp>
        <p:nvSpPr>
          <p:cNvPr id="17" name="Module 4"/>
          <p:cNvSpPr/>
          <p:nvPr/>
        </p:nvSpPr>
        <p:spPr>
          <a:xfrm>
            <a:off x="4654296" y="1417320"/>
            <a:ext cx="1234440" cy="914400"/>
          </a:xfrm>
          <a:prstGeom prst="roundRect">
            <a:avLst>
              <a:gd name="adj" fmla="val 6000"/>
            </a:avLst>
          </a:prstGeom>
          <a:solidFill>
            <a:srgbClr val="E7FFD9"/>
          </a:solidFill>
          <a:ln>
            <a:noFill/>
          </a:ln>
        </p:spPr>
        <p:txBody>
          <a:bodyPr wrap="square" tIns="91440" bIns="91440" rtlCol="0" anchor="ctr"/>
          <a:lstStyle/>
          <a:p>
            <a:pPr algn="l">
              <a:spcAft>
                <a:spcPts val="300"/>
              </a:spcAft>
            </a:pPr>
            <a:r>
              <a:rPr sz="1050" b="1">
                <a:solidFill>
                  <a:srgbClr val="0A2F24"/>
                </a:solidFill>
              </a:rPr>
              <a:t>Suggested actions</a:t>
            </a:r>
          </a:p>
          <a:p>
            <a:pPr algn="l"/>
            <a:r>
              <a:rPr sz="850" b="0">
                <a:solidFill>
                  <a:srgbClr val="0A2F24"/>
                </a:solidFill>
              </a:rPr>
              <a:t>Evidence-backed recommendations</a:t>
            </a:r>
          </a:p>
        </p:txBody>
      </p:sp>
      <p:cxnSp>
        <p:nvCxnSpPr>
          <p:cNvPr id="18" name="Connector 17"/>
          <p:cNvCxnSpPr/>
          <p:nvPr/>
        </p:nvCxnSpPr>
        <p:spPr>
          <a:xfrm>
            <a:off x="5897880" y="1874519"/>
            <a:ext cx="146303" cy="0"/>
          </a:xfrm>
          <a:prstGeom prst="line">
            <a:avLst/>
          </a:prstGeom>
          <a:ln w="12700">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053328" y="1216152"/>
            <a:ext cx="1234440" cy="182880"/>
          </a:xfrm>
          <a:prstGeom prst="rect">
            <a:avLst/>
          </a:prstGeom>
          <a:noFill/>
        </p:spPr>
        <p:txBody>
          <a:bodyPr wrap="square" lIns="0" tIns="0" rIns="0" bIns="0" anchor="t">
            <a:spAutoFit/>
          </a:bodyPr>
          <a:lstStyle/>
          <a:p>
            <a:pPr algn="l"/>
            <a:r>
              <a:rPr sz="700" b="1">
                <a:solidFill>
                  <a:srgbClr val="009530"/>
                </a:solidFill>
              </a:rPr>
              <a:t>IN DISTRIBUTOR IQ</a:t>
            </a:r>
          </a:p>
        </p:txBody>
      </p:sp>
      <p:sp>
        <p:nvSpPr>
          <p:cNvPr id="20" name="Module 5"/>
          <p:cNvSpPr/>
          <p:nvPr/>
        </p:nvSpPr>
        <p:spPr>
          <a:xfrm>
            <a:off x="6053328" y="1417320"/>
            <a:ext cx="1234440" cy="914400"/>
          </a:xfrm>
          <a:prstGeom prst="roundRect">
            <a:avLst>
              <a:gd name="adj" fmla="val 6000"/>
            </a:avLst>
          </a:prstGeom>
          <a:solidFill>
            <a:srgbClr val="E7FFD9"/>
          </a:solidFill>
          <a:ln>
            <a:noFill/>
          </a:ln>
        </p:spPr>
        <p:txBody>
          <a:bodyPr wrap="square" tIns="91440" bIns="91440" rtlCol="0" anchor="ctr"/>
          <a:lstStyle/>
          <a:p>
            <a:pPr algn="l">
              <a:spcAft>
                <a:spcPts val="300"/>
              </a:spcAft>
            </a:pPr>
            <a:r>
              <a:rPr sz="1050" b="1">
                <a:solidFill>
                  <a:srgbClr val="0A2F24"/>
                </a:solidFill>
              </a:rPr>
              <a:t>Action plan</a:t>
            </a:r>
          </a:p>
          <a:p>
            <a:pPr algn="l"/>
            <a:r>
              <a:rPr sz="850" b="0">
                <a:solidFill>
                  <a:srgbClr val="0A2F24"/>
                </a:solidFill>
              </a:rPr>
              <a:t>Track each action to completion</a:t>
            </a:r>
          </a:p>
        </p:txBody>
      </p:sp>
      <p:cxnSp>
        <p:nvCxnSpPr>
          <p:cNvPr id="21" name="Connector 20"/>
          <p:cNvCxnSpPr/>
          <p:nvPr/>
        </p:nvCxnSpPr>
        <p:spPr>
          <a:xfrm>
            <a:off x="7296912" y="1874519"/>
            <a:ext cx="146304" cy="0"/>
          </a:xfrm>
          <a:prstGeom prst="line">
            <a:avLst/>
          </a:prstGeom>
          <a:ln w="12700">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452360" y="1216152"/>
            <a:ext cx="1234440" cy="182880"/>
          </a:xfrm>
          <a:prstGeom prst="rect">
            <a:avLst/>
          </a:prstGeom>
          <a:noFill/>
        </p:spPr>
        <p:txBody>
          <a:bodyPr wrap="square" lIns="0" tIns="0" rIns="0" bIns="0" anchor="t">
            <a:spAutoFit/>
          </a:bodyPr>
          <a:lstStyle/>
          <a:p>
            <a:pPr algn="l"/>
            <a:r>
              <a:rPr sz="700" b="1">
                <a:solidFill>
                  <a:srgbClr val="FF0050"/>
                </a:solidFill>
              </a:rPr>
              <a:t>MISSING</a:t>
            </a:r>
          </a:p>
        </p:txBody>
      </p:sp>
      <p:sp>
        <p:nvSpPr>
          <p:cNvPr id="23" name="Missing step"/>
          <p:cNvSpPr/>
          <p:nvPr/>
        </p:nvSpPr>
        <p:spPr>
          <a:xfrm>
            <a:off x="7452360" y="1417320"/>
            <a:ext cx="1234440" cy="914400"/>
          </a:xfrm>
          <a:prstGeom prst="roundRect">
            <a:avLst>
              <a:gd name="adj" fmla="val 6000"/>
            </a:avLst>
          </a:prstGeom>
          <a:solidFill>
            <a:srgbClr val="FFFFFF"/>
          </a:solidFill>
          <a:ln w="15875">
            <a:solidFill>
              <a:srgbClr val="FF0050"/>
            </a:solidFill>
            <a:prstDash val="dash"/>
          </a:ln>
        </p:spPr>
        <p:txBody>
          <a:bodyPr wrap="square" tIns="91440" bIns="91440" rtlCol="0" anchor="ctr"/>
          <a:lstStyle/>
          <a:p>
            <a:pPr algn="l">
              <a:spcAft>
                <a:spcPts val="300"/>
              </a:spcAft>
            </a:pPr>
            <a:r>
              <a:rPr sz="1050" b="1">
                <a:solidFill>
                  <a:srgbClr val="0A2F24"/>
                </a:solidFill>
              </a:rPr>
              <a:t>Content execution</a:t>
            </a:r>
          </a:p>
          <a:p>
            <a:pPr algn="l"/>
            <a:r>
              <a:rPr sz="850" b="0">
                <a:solidFill>
                  <a:srgbClr val="0A2F24"/>
                </a:solidFill>
              </a:rPr>
              <a:t>Write the page that wins the answer</a:t>
            </a:r>
          </a:p>
        </p:txBody>
      </p:sp>
      <p:sp>
        <p:nvSpPr>
          <p:cNvPr id="24" name="Pain 1"/>
          <p:cNvSpPr/>
          <p:nvPr/>
        </p:nvSpPr>
        <p:spPr>
          <a:xfrm>
            <a:off x="457200" y="2697480"/>
            <a:ext cx="2560320" cy="1691640"/>
          </a:xfrm>
          <a:prstGeom prst="roundRect">
            <a:avLst>
              <a:gd name="adj" fmla="val 6000"/>
            </a:avLst>
          </a:prstGeom>
          <a:solidFill>
            <a:srgbClr val="FFFFFF"/>
          </a:solidFill>
          <a:ln w="9525">
            <a:solidFill>
              <a:srgbClr val="CFE3D6"/>
            </a:solidFill>
          </a:ln>
        </p:spPr>
        <p:txBody>
          <a:bodyPr rtlCol="0" anchor="ctr"/>
          <a:lstStyle/>
          <a:p>
            <a:pPr algn="ctr"/>
            <a:endParaRPr/>
          </a:p>
        </p:txBody>
      </p:sp>
      <p:sp>
        <p:nvSpPr>
          <p:cNvPr id="25" name="Oval 24"/>
          <p:cNvSpPr/>
          <p:nvPr/>
        </p:nvSpPr>
        <p:spPr>
          <a:xfrm>
            <a:off x="640080" y="2880360"/>
            <a:ext cx="329184" cy="329184"/>
          </a:xfrm>
          <a:prstGeom prst="ellipse">
            <a:avLst/>
          </a:prstGeom>
          <a:solidFill>
            <a:srgbClr val="0A2F24"/>
          </a:solidFill>
          <a:ln>
            <a:noFill/>
          </a:ln>
        </p:spPr>
        <p:txBody>
          <a:bodyPr wrap="square" lIns="0" tIns="0" rIns="0" bIns="0" rtlCol="0" anchor="ctr"/>
          <a:lstStyle/>
          <a:p>
            <a:pPr algn="ctr"/>
            <a:r>
              <a:rPr sz="1000" b="1">
                <a:solidFill>
                  <a:srgbClr val="FFFFFF"/>
                </a:solidFill>
              </a:rPr>
              <a:t>1</a:t>
            </a:r>
          </a:p>
        </p:txBody>
      </p:sp>
      <p:sp>
        <p:nvSpPr>
          <p:cNvPr id="26" name="TextBox 25"/>
          <p:cNvSpPr txBox="1"/>
          <p:nvPr/>
        </p:nvSpPr>
        <p:spPr>
          <a:xfrm>
            <a:off x="1097280" y="2852928"/>
            <a:ext cx="1783080" cy="411480"/>
          </a:xfrm>
          <a:prstGeom prst="rect">
            <a:avLst/>
          </a:prstGeom>
          <a:noFill/>
        </p:spPr>
        <p:txBody>
          <a:bodyPr wrap="square" lIns="0" tIns="0" rIns="0" bIns="0" anchor="ctr">
            <a:spAutoFit/>
          </a:bodyPr>
          <a:lstStyle/>
          <a:p>
            <a:pPr algn="l"/>
            <a:r>
              <a:rPr sz="1050" b="1">
                <a:solidFill>
                  <a:srgbClr val="0A2F24"/>
                </a:solidFill>
              </a:rPr>
              <a:t>No GEO expertise on the distributor side</a:t>
            </a:r>
          </a:p>
        </p:txBody>
      </p:sp>
      <p:sp>
        <p:nvSpPr>
          <p:cNvPr id="27" name="TextBox 26"/>
          <p:cNvSpPr txBox="1"/>
          <p:nvPr/>
        </p:nvSpPr>
        <p:spPr>
          <a:xfrm>
            <a:off x="640080" y="3383280"/>
            <a:ext cx="2240280" cy="914400"/>
          </a:xfrm>
          <a:prstGeom prst="rect">
            <a:avLst/>
          </a:prstGeom>
          <a:noFill/>
        </p:spPr>
        <p:txBody>
          <a:bodyPr wrap="square" lIns="0" tIns="0" rIns="0" bIns="0" anchor="t">
            <a:spAutoFit/>
          </a:bodyPr>
          <a:lstStyle/>
          <a:p>
            <a:pPr algn="l">
              <a:lnSpc>
                <a:spcPct val="110000"/>
              </a:lnSpc>
            </a:pPr>
            <a:r>
              <a:rPr sz="950" b="0">
                <a:solidFill>
                  <a:srgbClr val="0A2F24"/>
                </a:solidFill>
              </a:rPr>
              <a:t>Suggested actions say what to fix, not how to write it. Most distributor teams have no GEO playbook.</a:t>
            </a:r>
          </a:p>
        </p:txBody>
      </p:sp>
      <p:sp>
        <p:nvSpPr>
          <p:cNvPr id="28" name="Pain 2"/>
          <p:cNvSpPr/>
          <p:nvPr/>
        </p:nvSpPr>
        <p:spPr>
          <a:xfrm>
            <a:off x="3291840" y="2697480"/>
            <a:ext cx="2560320" cy="1691640"/>
          </a:xfrm>
          <a:prstGeom prst="roundRect">
            <a:avLst>
              <a:gd name="adj" fmla="val 6000"/>
            </a:avLst>
          </a:prstGeom>
          <a:solidFill>
            <a:srgbClr val="FFFFFF"/>
          </a:solidFill>
          <a:ln w="9525">
            <a:solidFill>
              <a:srgbClr val="CFE3D6"/>
            </a:solidFill>
          </a:ln>
        </p:spPr>
        <p:txBody>
          <a:bodyPr rtlCol="0" anchor="ctr"/>
          <a:lstStyle/>
          <a:p>
            <a:pPr algn="ctr"/>
            <a:endParaRPr/>
          </a:p>
        </p:txBody>
      </p:sp>
      <p:sp>
        <p:nvSpPr>
          <p:cNvPr id="29" name="Oval 28"/>
          <p:cNvSpPr/>
          <p:nvPr/>
        </p:nvSpPr>
        <p:spPr>
          <a:xfrm>
            <a:off x="3474720" y="2880360"/>
            <a:ext cx="329184" cy="329184"/>
          </a:xfrm>
          <a:prstGeom prst="ellipse">
            <a:avLst/>
          </a:prstGeom>
          <a:solidFill>
            <a:srgbClr val="0A2F24"/>
          </a:solidFill>
          <a:ln>
            <a:noFill/>
          </a:ln>
        </p:spPr>
        <p:txBody>
          <a:bodyPr wrap="square" lIns="0" tIns="0" rIns="0" bIns="0" rtlCol="0" anchor="ctr"/>
          <a:lstStyle/>
          <a:p>
            <a:pPr algn="ctr"/>
            <a:r>
              <a:rPr sz="1000" b="1">
                <a:solidFill>
                  <a:srgbClr val="FFFFFF"/>
                </a:solidFill>
              </a:rPr>
              <a:t>2</a:t>
            </a:r>
          </a:p>
        </p:txBody>
      </p:sp>
      <p:sp>
        <p:nvSpPr>
          <p:cNvPr id="30" name="TextBox 29"/>
          <p:cNvSpPr txBox="1"/>
          <p:nvPr/>
        </p:nvSpPr>
        <p:spPr>
          <a:xfrm>
            <a:off x="3931920" y="2852928"/>
            <a:ext cx="1783080" cy="411480"/>
          </a:xfrm>
          <a:prstGeom prst="rect">
            <a:avLst/>
          </a:prstGeom>
          <a:noFill/>
        </p:spPr>
        <p:txBody>
          <a:bodyPr wrap="square" lIns="0" tIns="0" rIns="0" bIns="0" anchor="ctr">
            <a:spAutoFit/>
          </a:bodyPr>
          <a:lstStyle/>
          <a:p>
            <a:pPr algn="l"/>
            <a:r>
              <a:rPr sz="1050" b="1">
                <a:solidFill>
                  <a:srgbClr val="0A2F24"/>
                </a:solidFill>
              </a:rPr>
              <a:t>Generic content is not product-true</a:t>
            </a:r>
          </a:p>
        </p:txBody>
      </p:sp>
      <p:sp>
        <p:nvSpPr>
          <p:cNvPr id="31" name="TextBox 30"/>
          <p:cNvSpPr txBox="1"/>
          <p:nvPr/>
        </p:nvSpPr>
        <p:spPr>
          <a:xfrm>
            <a:off x="3474720" y="3383280"/>
            <a:ext cx="2240280" cy="914400"/>
          </a:xfrm>
          <a:prstGeom prst="rect">
            <a:avLst/>
          </a:prstGeom>
          <a:noFill/>
        </p:spPr>
        <p:txBody>
          <a:bodyPr wrap="square" lIns="0" tIns="0" rIns="0" bIns="0" anchor="t">
            <a:spAutoFit/>
          </a:bodyPr>
          <a:lstStyle/>
          <a:p>
            <a:pPr algn="l">
              <a:lnSpc>
                <a:spcPct val="110000"/>
              </a:lnSpc>
            </a:pPr>
            <a:r>
              <a:rPr sz="950" b="0">
                <a:solidFill>
                  <a:srgbClr val="0A2F24"/>
                </a:solidFill>
              </a:rPr>
              <a:t>Copy written without Schneider product knowledge risks wrong specs, weak claims and no citable evidence.</a:t>
            </a:r>
          </a:p>
        </p:txBody>
      </p:sp>
      <p:sp>
        <p:nvSpPr>
          <p:cNvPr id="32" name="Pain 3"/>
          <p:cNvSpPr/>
          <p:nvPr/>
        </p:nvSpPr>
        <p:spPr>
          <a:xfrm>
            <a:off x="6126480" y="2697480"/>
            <a:ext cx="2560320" cy="1691640"/>
          </a:xfrm>
          <a:prstGeom prst="roundRect">
            <a:avLst>
              <a:gd name="adj" fmla="val 6000"/>
            </a:avLst>
          </a:prstGeom>
          <a:solidFill>
            <a:srgbClr val="FFFFFF"/>
          </a:solidFill>
          <a:ln w="9525">
            <a:solidFill>
              <a:srgbClr val="CFE3D6"/>
            </a:solidFill>
          </a:ln>
        </p:spPr>
        <p:txBody>
          <a:bodyPr rtlCol="0" anchor="ctr"/>
          <a:lstStyle/>
          <a:p>
            <a:pPr algn="ctr"/>
            <a:endParaRPr/>
          </a:p>
        </p:txBody>
      </p:sp>
      <p:sp>
        <p:nvSpPr>
          <p:cNvPr id="33" name="Oval 32"/>
          <p:cNvSpPr/>
          <p:nvPr/>
        </p:nvSpPr>
        <p:spPr>
          <a:xfrm>
            <a:off x="6309360" y="2880360"/>
            <a:ext cx="329184" cy="329184"/>
          </a:xfrm>
          <a:prstGeom prst="ellipse">
            <a:avLst/>
          </a:prstGeom>
          <a:solidFill>
            <a:srgbClr val="0A2F24"/>
          </a:solidFill>
          <a:ln>
            <a:noFill/>
          </a:ln>
        </p:spPr>
        <p:txBody>
          <a:bodyPr wrap="square" lIns="0" tIns="0" rIns="0" bIns="0" rtlCol="0" anchor="ctr"/>
          <a:lstStyle/>
          <a:p>
            <a:pPr algn="ctr"/>
            <a:r>
              <a:rPr sz="1000" b="1">
                <a:solidFill>
                  <a:srgbClr val="FFFFFF"/>
                </a:solidFill>
              </a:rPr>
              <a:t>3</a:t>
            </a:r>
          </a:p>
        </p:txBody>
      </p:sp>
      <p:sp>
        <p:nvSpPr>
          <p:cNvPr id="34" name="TextBox 33"/>
          <p:cNvSpPr txBox="1"/>
          <p:nvPr/>
        </p:nvSpPr>
        <p:spPr>
          <a:xfrm>
            <a:off x="6766560" y="2852928"/>
            <a:ext cx="1783080" cy="411480"/>
          </a:xfrm>
          <a:prstGeom prst="rect">
            <a:avLst/>
          </a:prstGeom>
          <a:noFill/>
        </p:spPr>
        <p:txBody>
          <a:bodyPr wrap="square" lIns="0" tIns="0" rIns="0" bIns="0" anchor="ctr">
            <a:spAutoFit/>
          </a:bodyPr>
          <a:lstStyle/>
          <a:p>
            <a:pPr algn="l"/>
            <a:r>
              <a:rPr sz="1050" b="1">
                <a:solidFill>
                  <a:srgbClr val="0A2F24"/>
                </a:solidFill>
              </a:rPr>
              <a:t>No fast proof that a fix worked</a:t>
            </a:r>
          </a:p>
        </p:txBody>
      </p:sp>
      <p:sp>
        <p:nvSpPr>
          <p:cNvPr id="35" name="TextBox 34"/>
          <p:cNvSpPr txBox="1"/>
          <p:nvPr/>
        </p:nvSpPr>
        <p:spPr>
          <a:xfrm>
            <a:off x="6309360" y="3383280"/>
            <a:ext cx="2240280" cy="914400"/>
          </a:xfrm>
          <a:prstGeom prst="rect">
            <a:avLst/>
          </a:prstGeom>
          <a:noFill/>
        </p:spPr>
        <p:txBody>
          <a:bodyPr wrap="square" lIns="0" tIns="0" rIns="0" bIns="0" anchor="t">
            <a:spAutoFit/>
          </a:bodyPr>
          <a:lstStyle/>
          <a:p>
            <a:pPr algn="l">
              <a:lnSpc>
                <a:spcPct val="110000"/>
              </a:lnSpc>
            </a:pPr>
            <a:r>
              <a:rPr sz="950" b="0">
                <a:solidFill>
                  <a:srgbClr val="0A2F24"/>
                </a:solidFill>
              </a:rPr>
              <a:t>Without a loop back to the citation tracker, nobody knows which content actually moved visibility.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versions, each one de-risking the next</a:t>
            </a:r>
          </a:p>
        </p:txBody>
      </p:sp>
      <p:sp>
        <p:nvSpPr>
          <p:cNvPr id="4" name="Footer Placeholder 3">
            <a:extLst>
              <a:ext uri="{FF2B5EF4-FFF2-40B4-BE49-F238E27FC236}">
                <a16:creationId xmlns:a16="http://schemas.microsoft.com/office/drawing/2014/main" id="{3B0F765E-30F6-26F7-ADFF-0152A9E58D76}"/>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F1ADC48C-9F81-3268-D7E5-98A40DBB42B8}"/>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5</a:t>
            </a:fld>
            <a:endParaRPr lang="en-US"/>
          </a:p>
        </p:txBody>
      </p:sp>
      <p:sp>
        <p:nvSpPr>
          <p:cNvPr id="6" name="Subtitle"/>
          <p:cNvSpPr txBox="1"/>
          <p:nvPr/>
        </p:nvSpPr>
        <p:spPr>
          <a:xfrm>
            <a:off x="457200" y="786384"/>
            <a:ext cx="8229600" cy="274320"/>
          </a:xfrm>
          <a:prstGeom prst="rect">
            <a:avLst/>
          </a:prstGeom>
          <a:noFill/>
        </p:spPr>
        <p:txBody>
          <a:bodyPr wrap="square" lIns="0" tIns="0" rIns="0" bIns="0" anchor="t">
            <a:spAutoFit/>
          </a:bodyPr>
          <a:lstStyle/>
          <a:p>
            <a:pPr algn="l"/>
            <a:r>
              <a:rPr sz="1100" b="0">
                <a:solidFill>
                  <a:srgbClr val="4E6B61"/>
                </a:solidFill>
              </a:rPr>
              <a:t>V1 proves the scoring; V2 connects it to Distributor IQ and the business KB; V3 adds media and learning</a:t>
            </a:r>
          </a:p>
        </p:txBody>
      </p:sp>
      <p:sp>
        <p:nvSpPr>
          <p:cNvPr id="7" name="Pentagon 6"/>
          <p:cNvSpPr/>
          <p:nvPr/>
        </p:nvSpPr>
        <p:spPr>
          <a:xfrm>
            <a:off x="457200" y="1234440"/>
            <a:ext cx="2697480" cy="457200"/>
          </a:xfrm>
          <a:prstGeom prst="homePlate">
            <a:avLst/>
          </a:prstGeom>
          <a:solidFill>
            <a:srgbClr val="3DCD58"/>
          </a:solidFill>
          <a:ln>
            <a:noFill/>
          </a:ln>
        </p:spPr>
        <p:txBody>
          <a:bodyPr wrap="square" lIns="0" tIns="0" rIns="0" bIns="0" rtlCol="0" anchor="ctr"/>
          <a:lstStyle/>
          <a:p>
            <a:pPr algn="ctr"/>
            <a:r>
              <a:rPr sz="1200" b="1">
                <a:solidFill>
                  <a:srgbClr val="0A2F24"/>
                </a:solidFill>
              </a:rPr>
              <a:t>V1  </a:t>
            </a:r>
            <a:r>
              <a:rPr sz="1200" b="0">
                <a:solidFill>
                  <a:srgbClr val="0A2F24"/>
                </a:solidFill>
              </a:rPr>
              <a:t>Pilot</a:t>
            </a:r>
          </a:p>
        </p:txBody>
      </p:sp>
      <p:sp>
        <p:nvSpPr>
          <p:cNvPr id="8" name="V1 card"/>
          <p:cNvSpPr/>
          <p:nvPr/>
        </p:nvSpPr>
        <p:spPr>
          <a:xfrm>
            <a:off x="457200" y="1828800"/>
            <a:ext cx="2606040" cy="2606040"/>
          </a:xfrm>
          <a:prstGeom prst="roundRect">
            <a:avLst>
              <a:gd name="adj" fmla="val 6000"/>
            </a:avLst>
          </a:prstGeom>
          <a:solidFill>
            <a:srgbClr val="FFFFFF"/>
          </a:solidFill>
          <a:ln w="9525">
            <a:solidFill>
              <a:srgbClr val="CFE3D6"/>
            </a:solidFill>
          </a:ln>
        </p:spPr>
        <p:txBody>
          <a:bodyPr rtlCol="0" anchor="ctr"/>
          <a:lstStyle/>
          <a:p>
            <a:pPr algn="ctr"/>
            <a:endParaRPr/>
          </a:p>
        </p:txBody>
      </p:sp>
      <p:sp>
        <p:nvSpPr>
          <p:cNvPr id="9" name="TextBox 8"/>
          <p:cNvSpPr txBox="1"/>
          <p:nvPr/>
        </p:nvSpPr>
        <p:spPr>
          <a:xfrm>
            <a:off x="621792" y="1938528"/>
            <a:ext cx="2286000" cy="457200"/>
          </a:xfrm>
          <a:prstGeom prst="rect">
            <a:avLst/>
          </a:prstGeom>
          <a:noFill/>
        </p:spPr>
        <p:txBody>
          <a:bodyPr wrap="square" lIns="0" tIns="0" rIns="0" bIns="0" anchor="ctr">
            <a:spAutoFit/>
          </a:bodyPr>
          <a:lstStyle/>
          <a:p>
            <a:pPr algn="l"/>
            <a:r>
              <a:rPr sz="1150" b="1">
                <a:solidFill>
                  <a:srgbClr val="0A2F24"/>
                </a:solidFill>
              </a:rPr>
              <a:t>GEO content pipeline</a:t>
            </a:r>
          </a:p>
        </p:txBody>
      </p:sp>
      <p:sp>
        <p:nvSpPr>
          <p:cNvPr id="10" name="Rounded Rectangle 9"/>
          <p:cNvSpPr/>
          <p:nvPr/>
        </p:nvSpPr>
        <p:spPr>
          <a:xfrm>
            <a:off x="621792" y="2432304"/>
            <a:ext cx="1234440" cy="219456"/>
          </a:xfrm>
          <a:prstGeom prst="roundRect">
            <a:avLst>
              <a:gd name="adj" fmla="val 50000"/>
            </a:avLst>
          </a:prstGeom>
          <a:solidFill>
            <a:srgbClr val="E7FFD9"/>
          </a:solidFill>
          <a:ln>
            <a:noFill/>
          </a:ln>
        </p:spPr>
        <p:txBody>
          <a:bodyPr wrap="square" lIns="18288" tIns="18288" rIns="18288" bIns="18288" rtlCol="0" anchor="ctr"/>
          <a:lstStyle/>
          <a:p>
            <a:pPr algn="ctr"/>
            <a:r>
              <a:rPr sz="750" b="1">
                <a:solidFill>
                  <a:srgbClr val="0A2F24"/>
                </a:solidFill>
              </a:rPr>
              <a:t>POC · Electrifier</a:t>
            </a:r>
          </a:p>
        </p:txBody>
      </p:sp>
      <p:sp>
        <p:nvSpPr>
          <p:cNvPr id="11" name="TextBox 10"/>
          <p:cNvSpPr txBox="1"/>
          <p:nvPr/>
        </p:nvSpPr>
        <p:spPr>
          <a:xfrm>
            <a:off x="621792" y="2761488"/>
            <a:ext cx="2331720" cy="1325880"/>
          </a:xfrm>
          <a:prstGeom prst="rect">
            <a:avLst/>
          </a:prstGeom>
          <a:noFill/>
        </p:spPr>
        <p:txBody>
          <a:bodyPr wrap="square" lIns="0" tIns="0" rIns="0" bIns="0" anchor="t">
            <a:spAutoFit/>
          </a:bodyPr>
          <a:lstStyle/>
          <a:p>
            <a:pPr marL="146304" indent="-146304" algn="l">
              <a:spcAft>
                <a:spcPts val="300"/>
              </a:spcAft>
              <a:buClr>
                <a:srgbClr val="009530"/>
              </a:buClr>
              <a:buFont typeface="Arial"/>
              <a:buChar char="•"/>
            </a:pPr>
            <a:r>
              <a:rPr sz="900" b="0">
                <a:solidFill>
                  <a:srgbClr val="0A2F24"/>
                </a:solidFill>
              </a:rPr>
              <a:t>Score source content against a versioned GEO rubric</a:t>
            </a:r>
          </a:p>
          <a:p>
            <a:pPr marL="146304" indent="-146304" algn="l">
              <a:spcAft>
                <a:spcPts val="300"/>
              </a:spcAft>
              <a:buClr>
                <a:srgbClr val="009530"/>
              </a:buClr>
              <a:buFont typeface="Arial"/>
              <a:buChar char="•"/>
            </a:pPr>
            <a:r>
              <a:rPr sz="900" b="0">
                <a:solidFill>
                  <a:srgbClr val="0A2F24"/>
                </a:solidFill>
              </a:rPr>
              <a:t>Generate variations until they reach the 95% bar</a:t>
            </a:r>
          </a:p>
          <a:p>
            <a:pPr marL="146304" indent="-146304" algn="l">
              <a:spcAft>
                <a:spcPts val="300"/>
              </a:spcAft>
              <a:buClr>
                <a:srgbClr val="009530"/>
              </a:buClr>
              <a:buFont typeface="Arial"/>
              <a:buChar char="•"/>
            </a:pPr>
            <a:r>
              <a:rPr sz="900" b="0">
                <a:solidFill>
                  <a:srgbClr val="0A2F24"/>
                </a:solidFill>
              </a:rPr>
              <a:t>Human review and QA before output</a:t>
            </a:r>
          </a:p>
          <a:p>
            <a:pPr marL="146304" indent="-146304" algn="l">
              <a:spcAft>
                <a:spcPts val="300"/>
              </a:spcAft>
              <a:buClr>
                <a:srgbClr val="009530"/>
              </a:buClr>
              <a:buFont typeface="Arial"/>
              <a:buChar char="•"/>
            </a:pPr>
            <a:r>
              <a:rPr sz="900" b="0">
                <a:solidFill>
                  <a:srgbClr val="0A2F24"/>
                </a:solidFill>
              </a:rPr>
              <a:t>Scope: Motor Management content</a:t>
            </a:r>
          </a:p>
        </p:txBody>
      </p:sp>
      <p:sp>
        <p:nvSpPr>
          <p:cNvPr id="13" name="Chevron 12"/>
          <p:cNvSpPr/>
          <p:nvPr/>
        </p:nvSpPr>
        <p:spPr>
          <a:xfrm>
            <a:off x="3268980" y="1234440"/>
            <a:ext cx="2697480" cy="457200"/>
          </a:xfrm>
          <a:prstGeom prst="chevron">
            <a:avLst/>
          </a:prstGeom>
          <a:solidFill>
            <a:srgbClr val="0A2F24"/>
          </a:solidFill>
          <a:ln>
            <a:noFill/>
          </a:ln>
        </p:spPr>
        <p:txBody>
          <a:bodyPr wrap="square" lIns="0" tIns="0" rIns="0" bIns="0" rtlCol="0" anchor="ctr"/>
          <a:lstStyle/>
          <a:p>
            <a:pPr algn="ctr"/>
            <a:r>
              <a:rPr sz="1200" b="1">
                <a:solidFill>
                  <a:srgbClr val="FFFFFF"/>
                </a:solidFill>
              </a:rPr>
              <a:t>V2  </a:t>
            </a:r>
            <a:r>
              <a:rPr sz="1200" b="0">
                <a:solidFill>
                  <a:srgbClr val="FFFFFF"/>
                </a:solidFill>
              </a:rPr>
              <a:t>Scale</a:t>
            </a:r>
          </a:p>
        </p:txBody>
      </p:sp>
      <p:sp>
        <p:nvSpPr>
          <p:cNvPr id="14" name="V2 card"/>
          <p:cNvSpPr/>
          <p:nvPr/>
        </p:nvSpPr>
        <p:spPr>
          <a:xfrm>
            <a:off x="3268980" y="1828800"/>
            <a:ext cx="2606040" cy="2606040"/>
          </a:xfrm>
          <a:prstGeom prst="roundRect">
            <a:avLst>
              <a:gd name="adj" fmla="val 6000"/>
            </a:avLst>
          </a:prstGeom>
          <a:solidFill>
            <a:srgbClr val="0A2F24"/>
          </a:solidFill>
          <a:ln>
            <a:noFill/>
          </a:ln>
        </p:spPr>
        <p:txBody>
          <a:bodyPr rtlCol="0" anchor="ctr"/>
          <a:lstStyle/>
          <a:p>
            <a:pPr algn="ctr"/>
            <a:endParaRPr/>
          </a:p>
        </p:txBody>
      </p:sp>
      <p:sp>
        <p:nvSpPr>
          <p:cNvPr id="15" name="TextBox 14"/>
          <p:cNvSpPr txBox="1"/>
          <p:nvPr/>
        </p:nvSpPr>
        <p:spPr>
          <a:xfrm>
            <a:off x="3433572" y="1938528"/>
            <a:ext cx="2286000" cy="457200"/>
          </a:xfrm>
          <a:prstGeom prst="rect">
            <a:avLst/>
          </a:prstGeom>
          <a:noFill/>
        </p:spPr>
        <p:txBody>
          <a:bodyPr wrap="square" lIns="0" tIns="0" rIns="0" bIns="0" anchor="ctr">
            <a:spAutoFit/>
          </a:bodyPr>
          <a:lstStyle/>
          <a:p>
            <a:pPr algn="l"/>
            <a:r>
              <a:rPr sz="1150" b="1">
                <a:solidFill>
                  <a:srgbClr val="FFFFFF"/>
                </a:solidFill>
              </a:rPr>
              <a:t>Gap-to-content with Distributor IQ</a:t>
            </a:r>
          </a:p>
        </p:txBody>
      </p:sp>
      <p:sp>
        <p:nvSpPr>
          <p:cNvPr id="17" name="TextBox 16"/>
          <p:cNvSpPr txBox="1"/>
          <p:nvPr/>
        </p:nvSpPr>
        <p:spPr>
          <a:xfrm>
            <a:off x="3433572" y="2761488"/>
            <a:ext cx="2331720" cy="1325880"/>
          </a:xfrm>
          <a:prstGeom prst="rect">
            <a:avLst/>
          </a:prstGeom>
          <a:noFill/>
        </p:spPr>
        <p:txBody>
          <a:bodyPr wrap="square" lIns="0" tIns="0" rIns="0" bIns="0" anchor="t">
            <a:spAutoFit/>
          </a:bodyPr>
          <a:lstStyle/>
          <a:p>
            <a:pPr marL="146304" indent="-146304" algn="l">
              <a:spcAft>
                <a:spcPts val="300"/>
              </a:spcAft>
              <a:buClr>
                <a:srgbClr val="3DCD58"/>
              </a:buClr>
              <a:buFont typeface="Arial"/>
              <a:buChar char="•"/>
            </a:pPr>
            <a:r>
              <a:rPr sz="900" b="0">
                <a:solidFill>
                  <a:srgbClr val="FFFFFF"/>
                </a:solidFill>
              </a:rPr>
              <a:t>Distributor IQ gaps and suggested actions as input</a:t>
            </a:r>
          </a:p>
          <a:p>
            <a:pPr marL="146304" indent="-146304" algn="l">
              <a:spcAft>
                <a:spcPts val="300"/>
              </a:spcAft>
              <a:buClr>
                <a:srgbClr val="3DCD58"/>
              </a:buClr>
              <a:buFont typeface="Arial"/>
              <a:buChar char="•"/>
            </a:pPr>
            <a:r>
              <a:rPr sz="900" b="0">
                <a:solidFill>
                  <a:srgbClr val="FFFFFF"/>
                </a:solidFill>
              </a:rPr>
              <a:t>Category-level content readiness audit</a:t>
            </a:r>
          </a:p>
          <a:p>
            <a:pPr marL="146304" indent="-146304" algn="l">
              <a:spcAft>
                <a:spcPts val="300"/>
              </a:spcAft>
              <a:buClr>
                <a:srgbClr val="3DCD58"/>
              </a:buClr>
              <a:buFont typeface="Arial"/>
              <a:buChar char="•"/>
            </a:pPr>
            <a:r>
              <a:rPr sz="900" b="0">
                <a:solidFill>
                  <a:srgbClr val="FFFFFF"/>
                </a:solidFill>
              </a:rPr>
              <a:t>KB-grounded drafting, tailored per distributor page</a:t>
            </a:r>
          </a:p>
          <a:p>
            <a:pPr marL="146304" indent="-146304" algn="l">
              <a:spcAft>
                <a:spcPts val="300"/>
              </a:spcAft>
              <a:buClr>
                <a:srgbClr val="3DCD58"/>
              </a:buClr>
              <a:buFont typeface="Arial"/>
              <a:buChar char="•"/>
            </a:pPr>
            <a:r>
              <a:rPr sz="900" b="0">
                <a:solidFill>
                  <a:srgbClr val="FFFFFF"/>
                </a:solidFill>
              </a:rPr>
              <a:t>Completed work flows back into the action plan</a:t>
            </a:r>
          </a:p>
        </p:txBody>
      </p:sp>
      <p:sp>
        <p:nvSpPr>
          <p:cNvPr id="19" name="Chevron 18"/>
          <p:cNvSpPr/>
          <p:nvPr/>
        </p:nvSpPr>
        <p:spPr>
          <a:xfrm>
            <a:off x="6080760" y="1234440"/>
            <a:ext cx="2697480" cy="457200"/>
          </a:xfrm>
          <a:prstGeom prst="chevron">
            <a:avLst/>
          </a:prstGeom>
          <a:solidFill>
            <a:srgbClr val="3DCD58"/>
          </a:solidFill>
          <a:ln>
            <a:noFill/>
          </a:ln>
        </p:spPr>
        <p:txBody>
          <a:bodyPr wrap="square" lIns="0" tIns="0" rIns="0" bIns="0" rtlCol="0" anchor="ctr"/>
          <a:lstStyle/>
          <a:p>
            <a:pPr algn="ctr"/>
            <a:r>
              <a:rPr sz="1200" b="1">
                <a:solidFill>
                  <a:srgbClr val="0A2F24"/>
                </a:solidFill>
              </a:rPr>
              <a:t>V3  </a:t>
            </a:r>
            <a:r>
              <a:rPr sz="1200" b="0">
                <a:solidFill>
                  <a:srgbClr val="0A2F24"/>
                </a:solidFill>
              </a:rPr>
              <a:t>Closed loop</a:t>
            </a:r>
          </a:p>
        </p:txBody>
      </p:sp>
      <p:sp>
        <p:nvSpPr>
          <p:cNvPr id="20" name="V3 card"/>
          <p:cNvSpPr/>
          <p:nvPr/>
        </p:nvSpPr>
        <p:spPr>
          <a:xfrm>
            <a:off x="6080760" y="1828800"/>
            <a:ext cx="2606040" cy="2606040"/>
          </a:xfrm>
          <a:prstGeom prst="roundRect">
            <a:avLst>
              <a:gd name="adj" fmla="val 6000"/>
            </a:avLst>
          </a:prstGeom>
          <a:solidFill>
            <a:srgbClr val="FFFFFF"/>
          </a:solidFill>
          <a:ln w="9525">
            <a:solidFill>
              <a:srgbClr val="CFE3D6"/>
            </a:solidFill>
          </a:ln>
        </p:spPr>
        <p:txBody>
          <a:bodyPr rtlCol="0" anchor="ctr"/>
          <a:lstStyle/>
          <a:p>
            <a:pPr algn="ctr"/>
            <a:endParaRPr/>
          </a:p>
        </p:txBody>
      </p:sp>
      <p:sp>
        <p:nvSpPr>
          <p:cNvPr id="21" name="TextBox 20"/>
          <p:cNvSpPr txBox="1"/>
          <p:nvPr/>
        </p:nvSpPr>
        <p:spPr>
          <a:xfrm>
            <a:off x="6245352" y="1938528"/>
            <a:ext cx="2286000" cy="457200"/>
          </a:xfrm>
          <a:prstGeom prst="rect">
            <a:avLst/>
          </a:prstGeom>
          <a:noFill/>
        </p:spPr>
        <p:txBody>
          <a:bodyPr wrap="square" lIns="0" tIns="0" rIns="0" bIns="0" anchor="ctr">
            <a:spAutoFit/>
          </a:bodyPr>
          <a:lstStyle/>
          <a:p>
            <a:pPr algn="l"/>
            <a:r>
              <a:rPr sz="1150" b="1">
                <a:solidFill>
                  <a:srgbClr val="0A2F24"/>
                </a:solidFill>
              </a:rPr>
              <a:t>Multimodal and self-improving</a:t>
            </a:r>
          </a:p>
        </p:txBody>
      </p:sp>
      <p:sp>
        <p:nvSpPr>
          <p:cNvPr id="22" name="Rounded Rectangle 21"/>
          <p:cNvSpPr/>
          <p:nvPr/>
        </p:nvSpPr>
        <p:spPr>
          <a:xfrm>
            <a:off x="6245352" y="2432304"/>
            <a:ext cx="1234440" cy="219456"/>
          </a:xfrm>
          <a:prstGeom prst="roundRect">
            <a:avLst>
              <a:gd name="adj" fmla="val 50000"/>
            </a:avLst>
          </a:prstGeom>
          <a:solidFill>
            <a:srgbClr val="E7FFD9"/>
          </a:solidFill>
          <a:ln>
            <a:noFill/>
          </a:ln>
        </p:spPr>
        <p:txBody>
          <a:bodyPr wrap="square" lIns="18288" tIns="18288" rIns="18288" bIns="18288" rtlCol="0" anchor="ctr"/>
          <a:lstStyle/>
          <a:p>
            <a:pPr algn="ctr"/>
            <a:r>
              <a:rPr sz="750" b="1">
                <a:solidFill>
                  <a:srgbClr val="0A2F24"/>
                </a:solidFill>
              </a:rPr>
              <a:t>Next</a:t>
            </a:r>
          </a:p>
        </p:txBody>
      </p:sp>
      <p:sp>
        <p:nvSpPr>
          <p:cNvPr id="23" name="TextBox 22"/>
          <p:cNvSpPr txBox="1"/>
          <p:nvPr/>
        </p:nvSpPr>
        <p:spPr>
          <a:xfrm>
            <a:off x="6245352" y="2761488"/>
            <a:ext cx="2331720" cy="1325880"/>
          </a:xfrm>
          <a:prstGeom prst="rect">
            <a:avLst/>
          </a:prstGeom>
          <a:noFill/>
        </p:spPr>
        <p:txBody>
          <a:bodyPr wrap="square" lIns="0" tIns="0" rIns="0" bIns="0" anchor="t">
            <a:spAutoFit/>
          </a:bodyPr>
          <a:lstStyle/>
          <a:p>
            <a:pPr marL="146304" indent="-146304" algn="l">
              <a:spcAft>
                <a:spcPts val="300"/>
              </a:spcAft>
              <a:buClr>
                <a:srgbClr val="009530"/>
              </a:buClr>
              <a:buFont typeface="Arial"/>
              <a:buChar char="•"/>
            </a:pPr>
            <a:r>
              <a:rPr sz="900" b="0">
                <a:solidFill>
                  <a:srgbClr val="0A2F24"/>
                </a:solidFill>
              </a:rPr>
              <a:t>Spec-safe images; video on demand</a:t>
            </a:r>
          </a:p>
          <a:p>
            <a:pPr marL="146304" indent="-146304" algn="l">
              <a:spcAft>
                <a:spcPts val="300"/>
              </a:spcAft>
              <a:buClr>
                <a:srgbClr val="009530"/>
              </a:buClr>
              <a:buFont typeface="Arial"/>
              <a:buChar char="•"/>
            </a:pPr>
            <a:r>
              <a:rPr sz="900" b="0">
                <a:solidFill>
                  <a:srgbClr val="0A2F24"/>
                </a:solidFill>
              </a:rPr>
              <a:t>Mandatory human visual QA</a:t>
            </a:r>
          </a:p>
          <a:p>
            <a:pPr marL="146304" indent="-146304" algn="l">
              <a:spcAft>
                <a:spcPts val="300"/>
              </a:spcAft>
              <a:buClr>
                <a:srgbClr val="009530"/>
              </a:buClr>
              <a:buFont typeface="Arial"/>
              <a:buChar char="•"/>
            </a:pPr>
            <a:r>
              <a:rPr sz="900" b="0">
                <a:solidFill>
                  <a:srgbClr val="0A2F24"/>
                </a:solidFill>
              </a:rPr>
              <a:t>Citation outcomes recalibrate the rubric</a:t>
            </a:r>
          </a:p>
          <a:p>
            <a:pPr marL="146304" indent="-146304" algn="l">
              <a:spcAft>
                <a:spcPts val="300"/>
              </a:spcAft>
              <a:buClr>
                <a:srgbClr val="009530"/>
              </a:buClr>
              <a:buFont typeface="Arial"/>
              <a:buChar char="•"/>
            </a:pPr>
            <a:r>
              <a:rPr sz="900" b="0">
                <a:solidFill>
                  <a:srgbClr val="0A2F24"/>
                </a:solidFill>
              </a:rPr>
              <a:t>Run history to compare versions over time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Architecture 1 · Core GEO content pipeline</a:t>
            </a:r>
          </a:p>
        </p:txBody>
      </p:sp>
      <p:sp>
        <p:nvSpPr>
          <p:cNvPr id="4" name="Footer Placeholder 3">
            <a:extLst>
              <a:ext uri="{FF2B5EF4-FFF2-40B4-BE49-F238E27FC236}">
                <a16:creationId xmlns:a16="http://schemas.microsoft.com/office/drawing/2014/main" id="{3B0F765E-30F6-26F7-ADFF-0152A9E58D76}"/>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F1ADC48C-9F81-3268-D7E5-98A40DBB42B8}"/>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6</a:t>
            </a:fld>
            <a:endParaRPr lang="en-US"/>
          </a:p>
        </p:txBody>
      </p:sp>
      <p:sp>
        <p:nvSpPr>
          <p:cNvPr id="6" name="Subtitle"/>
          <p:cNvSpPr txBox="1"/>
          <p:nvPr/>
        </p:nvSpPr>
        <p:spPr>
          <a:xfrm>
            <a:off x="457200" y="786384"/>
            <a:ext cx="8229600" cy="274320"/>
          </a:xfrm>
          <a:prstGeom prst="rect">
            <a:avLst/>
          </a:prstGeom>
          <a:noFill/>
        </p:spPr>
        <p:txBody>
          <a:bodyPr wrap="square" lIns="0" tIns="0" rIns="0" bIns="0" anchor="t">
            <a:spAutoFit/>
          </a:bodyPr>
          <a:lstStyle/>
          <a:p>
            <a:pPr algn="l"/>
            <a:r>
              <a:rPr sz="1100" b="0">
                <a:solidFill>
                  <a:srgbClr val="4E6B61"/>
                </a:solidFill>
              </a:rPr>
              <a:t>Business-supplied content in; scored, reviewed copy for distributor sites out. Multimodal is optional</a:t>
            </a:r>
          </a:p>
        </p:txBody>
      </p:sp>
      <p:sp>
        <p:nvSpPr>
          <p:cNvPr id="7" name="TextBox 6"/>
          <p:cNvSpPr txBox="1"/>
          <p:nvPr/>
        </p:nvSpPr>
        <p:spPr>
          <a:xfrm>
            <a:off x="457200" y="1170432"/>
            <a:ext cx="5486400" cy="182880"/>
          </a:xfrm>
          <a:prstGeom prst="rect">
            <a:avLst/>
          </a:prstGeom>
          <a:noFill/>
        </p:spPr>
        <p:txBody>
          <a:bodyPr wrap="square" lIns="0" tIns="0" rIns="0" bIns="0" anchor="t">
            <a:spAutoFit/>
          </a:bodyPr>
          <a:lstStyle/>
          <a:p>
            <a:pPr algn="l"/>
            <a:r>
              <a:rPr sz="800" b="1">
                <a:solidFill>
                  <a:srgbClr val="009530"/>
                </a:solidFill>
              </a:rPr>
              <a:t>CORE  ·  TEXT PIPELINE</a:t>
            </a:r>
          </a:p>
        </p:txBody>
      </p:sp>
      <p:sp>
        <p:nvSpPr>
          <p:cNvPr id="8" name="Stage 1"/>
          <p:cNvSpPr/>
          <p:nvPr/>
        </p:nvSpPr>
        <p:spPr>
          <a:xfrm>
            <a:off x="457200" y="1371600"/>
            <a:ext cx="1188720" cy="960120"/>
          </a:xfrm>
          <a:prstGeom prst="roundRect">
            <a:avLst>
              <a:gd name="adj" fmla="val 6000"/>
            </a:avLst>
          </a:prstGeom>
          <a:solidFill>
            <a:srgbClr val="E7FFD9"/>
          </a:solidFill>
          <a:ln>
            <a:noFill/>
          </a:ln>
        </p:spPr>
        <p:txBody>
          <a:bodyPr rtlCol="0" anchor="ctr"/>
          <a:lstStyle/>
          <a:p>
            <a:pPr algn="ctr"/>
            <a:endParaRPr/>
          </a:p>
        </p:txBody>
      </p:sp>
      <p:sp>
        <p:nvSpPr>
          <p:cNvPr id="9" name="Oval 8"/>
          <p:cNvSpPr/>
          <p:nvPr/>
        </p:nvSpPr>
        <p:spPr>
          <a:xfrm>
            <a:off x="548640" y="1463040"/>
            <a:ext cx="274320" cy="274320"/>
          </a:xfrm>
          <a:prstGeom prst="ellipse">
            <a:avLst/>
          </a:prstGeom>
          <a:solidFill>
            <a:srgbClr val="3DCD58"/>
          </a:solidFill>
          <a:ln>
            <a:noFill/>
          </a:ln>
        </p:spPr>
        <p:txBody>
          <a:bodyPr wrap="square" lIns="0" tIns="0" rIns="0" bIns="0" rtlCol="0" anchor="ctr"/>
          <a:lstStyle/>
          <a:p>
            <a:pPr algn="ctr"/>
            <a:r>
              <a:rPr sz="900" b="1">
                <a:solidFill>
                  <a:srgbClr val="0A2F24"/>
                </a:solidFill>
              </a:rPr>
              <a:t>1</a:t>
            </a:r>
          </a:p>
        </p:txBody>
      </p:sp>
      <p:sp>
        <p:nvSpPr>
          <p:cNvPr id="10" name="TextBox 9"/>
          <p:cNvSpPr txBox="1"/>
          <p:nvPr/>
        </p:nvSpPr>
        <p:spPr>
          <a:xfrm>
            <a:off x="548640" y="1801368"/>
            <a:ext cx="1024128" cy="502920"/>
          </a:xfrm>
          <a:prstGeom prst="rect">
            <a:avLst/>
          </a:prstGeom>
          <a:noFill/>
        </p:spPr>
        <p:txBody>
          <a:bodyPr wrap="square" lIns="0" tIns="0" rIns="0" bIns="0" anchor="t">
            <a:spAutoFit/>
          </a:bodyPr>
          <a:lstStyle/>
          <a:p>
            <a:pPr algn="l">
              <a:spcAft>
                <a:spcPts val="100"/>
              </a:spcAft>
            </a:pPr>
            <a:r>
              <a:rPr sz="900" b="1">
                <a:solidFill>
                  <a:srgbClr val="0A2F24"/>
                </a:solidFill>
              </a:rPr>
              <a:t>Source content</a:t>
            </a:r>
          </a:p>
          <a:p>
            <a:pPr algn="l"/>
            <a:r>
              <a:rPr sz="750" b="0">
                <a:solidFill>
                  <a:srgbClr val="0A2F24"/>
                </a:solidFill>
              </a:rPr>
              <a:t>Supplied by the business</a:t>
            </a:r>
          </a:p>
        </p:txBody>
      </p:sp>
      <p:cxnSp>
        <p:nvCxnSpPr>
          <p:cNvPr id="11" name="Connector 10"/>
          <p:cNvCxnSpPr/>
          <p:nvPr/>
        </p:nvCxnSpPr>
        <p:spPr>
          <a:xfrm>
            <a:off x="1655064" y="1851660"/>
            <a:ext cx="201168" cy="0"/>
          </a:xfrm>
          <a:prstGeom prst="line">
            <a:avLst/>
          </a:prstGeom>
          <a:ln w="15875">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Stage 2"/>
          <p:cNvSpPr/>
          <p:nvPr/>
        </p:nvSpPr>
        <p:spPr>
          <a:xfrm>
            <a:off x="1865376" y="1371600"/>
            <a:ext cx="1188720" cy="960120"/>
          </a:xfrm>
          <a:prstGeom prst="roundRect">
            <a:avLst>
              <a:gd name="adj" fmla="val 6000"/>
            </a:avLst>
          </a:prstGeom>
          <a:solidFill>
            <a:srgbClr val="E7FFD9"/>
          </a:solidFill>
          <a:ln>
            <a:noFill/>
          </a:ln>
        </p:spPr>
        <p:txBody>
          <a:bodyPr rtlCol="0" anchor="ctr"/>
          <a:lstStyle/>
          <a:p>
            <a:pPr algn="ctr"/>
            <a:endParaRPr/>
          </a:p>
        </p:txBody>
      </p:sp>
      <p:sp>
        <p:nvSpPr>
          <p:cNvPr id="13" name="Oval 12"/>
          <p:cNvSpPr/>
          <p:nvPr/>
        </p:nvSpPr>
        <p:spPr>
          <a:xfrm>
            <a:off x="1956816" y="1463040"/>
            <a:ext cx="274320" cy="274320"/>
          </a:xfrm>
          <a:prstGeom prst="ellipse">
            <a:avLst/>
          </a:prstGeom>
          <a:solidFill>
            <a:srgbClr val="3DCD58"/>
          </a:solidFill>
          <a:ln>
            <a:noFill/>
          </a:ln>
        </p:spPr>
        <p:txBody>
          <a:bodyPr wrap="square" lIns="0" tIns="0" rIns="0" bIns="0" rtlCol="0" anchor="ctr"/>
          <a:lstStyle/>
          <a:p>
            <a:pPr algn="ctr"/>
            <a:r>
              <a:rPr sz="900" b="1">
                <a:solidFill>
                  <a:srgbClr val="0A2F24"/>
                </a:solidFill>
              </a:rPr>
              <a:t>2</a:t>
            </a:r>
          </a:p>
        </p:txBody>
      </p:sp>
      <p:sp>
        <p:nvSpPr>
          <p:cNvPr id="14" name="TextBox 13"/>
          <p:cNvSpPr txBox="1"/>
          <p:nvPr/>
        </p:nvSpPr>
        <p:spPr>
          <a:xfrm>
            <a:off x="1956816" y="1801368"/>
            <a:ext cx="1024128" cy="502920"/>
          </a:xfrm>
          <a:prstGeom prst="rect">
            <a:avLst/>
          </a:prstGeom>
          <a:noFill/>
        </p:spPr>
        <p:txBody>
          <a:bodyPr wrap="square" lIns="0" tIns="0" rIns="0" bIns="0" anchor="t">
            <a:spAutoFit/>
          </a:bodyPr>
          <a:lstStyle/>
          <a:p>
            <a:pPr algn="l">
              <a:spcAft>
                <a:spcPts val="100"/>
              </a:spcAft>
            </a:pPr>
            <a:r>
              <a:rPr sz="900" b="1">
                <a:solidFill>
                  <a:srgbClr val="0A2F24"/>
                </a:solidFill>
              </a:rPr>
              <a:t>Baseline score</a:t>
            </a:r>
          </a:p>
          <a:p>
            <a:pPr algn="l"/>
            <a:r>
              <a:rPr sz="750" b="0">
                <a:solidFill>
                  <a:srgbClr val="0A2F24"/>
                </a:solidFill>
              </a:rPr>
              <a:t>GEO rubric; already at the bar?</a:t>
            </a:r>
          </a:p>
        </p:txBody>
      </p:sp>
      <p:cxnSp>
        <p:nvCxnSpPr>
          <p:cNvPr id="15" name="Connector 14"/>
          <p:cNvCxnSpPr/>
          <p:nvPr/>
        </p:nvCxnSpPr>
        <p:spPr>
          <a:xfrm>
            <a:off x="3063239" y="1851660"/>
            <a:ext cx="201169" cy="0"/>
          </a:xfrm>
          <a:prstGeom prst="line">
            <a:avLst/>
          </a:prstGeom>
          <a:ln w="15875">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Stage 3"/>
          <p:cNvSpPr/>
          <p:nvPr/>
        </p:nvSpPr>
        <p:spPr>
          <a:xfrm>
            <a:off x="3273552" y="1371600"/>
            <a:ext cx="1188720" cy="960120"/>
          </a:xfrm>
          <a:prstGeom prst="roundRect">
            <a:avLst>
              <a:gd name="adj" fmla="val 6000"/>
            </a:avLst>
          </a:prstGeom>
          <a:solidFill>
            <a:srgbClr val="E7FFD9"/>
          </a:solidFill>
          <a:ln>
            <a:noFill/>
          </a:ln>
        </p:spPr>
        <p:txBody>
          <a:bodyPr rtlCol="0" anchor="ctr"/>
          <a:lstStyle/>
          <a:p>
            <a:pPr algn="ctr"/>
            <a:endParaRPr/>
          </a:p>
        </p:txBody>
      </p:sp>
      <p:sp>
        <p:nvSpPr>
          <p:cNvPr id="17" name="Oval 16"/>
          <p:cNvSpPr/>
          <p:nvPr/>
        </p:nvSpPr>
        <p:spPr>
          <a:xfrm>
            <a:off x="3364992" y="1463040"/>
            <a:ext cx="274320" cy="274320"/>
          </a:xfrm>
          <a:prstGeom prst="ellipse">
            <a:avLst/>
          </a:prstGeom>
          <a:solidFill>
            <a:srgbClr val="3DCD58"/>
          </a:solidFill>
          <a:ln>
            <a:noFill/>
          </a:ln>
        </p:spPr>
        <p:txBody>
          <a:bodyPr wrap="square" lIns="0" tIns="0" rIns="0" bIns="0" rtlCol="0" anchor="ctr"/>
          <a:lstStyle/>
          <a:p>
            <a:pPr algn="ctr"/>
            <a:r>
              <a:rPr sz="900" b="1">
                <a:solidFill>
                  <a:srgbClr val="0A2F24"/>
                </a:solidFill>
              </a:rPr>
              <a:t>3</a:t>
            </a:r>
          </a:p>
        </p:txBody>
      </p:sp>
      <p:sp>
        <p:nvSpPr>
          <p:cNvPr id="18" name="TextBox 17"/>
          <p:cNvSpPr txBox="1"/>
          <p:nvPr/>
        </p:nvSpPr>
        <p:spPr>
          <a:xfrm>
            <a:off x="3364992" y="1801368"/>
            <a:ext cx="1024128" cy="502920"/>
          </a:xfrm>
          <a:prstGeom prst="rect">
            <a:avLst/>
          </a:prstGeom>
          <a:noFill/>
        </p:spPr>
        <p:txBody>
          <a:bodyPr wrap="square" lIns="0" tIns="0" rIns="0" bIns="0" anchor="t">
            <a:spAutoFit/>
          </a:bodyPr>
          <a:lstStyle/>
          <a:p>
            <a:pPr algn="l">
              <a:spcAft>
                <a:spcPts val="100"/>
              </a:spcAft>
            </a:pPr>
            <a:r>
              <a:rPr sz="900" b="1">
                <a:solidFill>
                  <a:srgbClr val="0A2F24"/>
                </a:solidFill>
              </a:rPr>
              <a:t>Generate variations</a:t>
            </a:r>
          </a:p>
          <a:p>
            <a:pPr algn="l"/>
            <a:r>
              <a:rPr sz="750" b="0">
                <a:solidFill>
                  <a:srgbClr val="0A2F24"/>
                </a:solidFill>
              </a:rPr>
              <a:t>Rules + Claude rewrite</a:t>
            </a:r>
          </a:p>
        </p:txBody>
      </p:sp>
      <p:cxnSp>
        <p:nvCxnSpPr>
          <p:cNvPr id="19" name="Connector 18"/>
          <p:cNvCxnSpPr/>
          <p:nvPr/>
        </p:nvCxnSpPr>
        <p:spPr>
          <a:xfrm>
            <a:off x="4471416" y="1851660"/>
            <a:ext cx="201168" cy="0"/>
          </a:xfrm>
          <a:prstGeom prst="line">
            <a:avLst/>
          </a:prstGeom>
          <a:ln w="15875">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Stage 4"/>
          <p:cNvSpPr/>
          <p:nvPr/>
        </p:nvSpPr>
        <p:spPr>
          <a:xfrm>
            <a:off x="4681728" y="1371600"/>
            <a:ext cx="1188720" cy="960120"/>
          </a:xfrm>
          <a:prstGeom prst="roundRect">
            <a:avLst>
              <a:gd name="adj" fmla="val 6000"/>
            </a:avLst>
          </a:prstGeom>
          <a:solidFill>
            <a:srgbClr val="E7FFD9"/>
          </a:solidFill>
          <a:ln>
            <a:noFill/>
          </a:ln>
        </p:spPr>
        <p:txBody>
          <a:bodyPr rtlCol="0" anchor="ctr"/>
          <a:lstStyle/>
          <a:p>
            <a:pPr algn="ctr"/>
            <a:endParaRPr/>
          </a:p>
        </p:txBody>
      </p:sp>
      <p:sp>
        <p:nvSpPr>
          <p:cNvPr id="21" name="Oval 20"/>
          <p:cNvSpPr/>
          <p:nvPr/>
        </p:nvSpPr>
        <p:spPr>
          <a:xfrm>
            <a:off x="4773168" y="1463040"/>
            <a:ext cx="274320" cy="274320"/>
          </a:xfrm>
          <a:prstGeom prst="ellipse">
            <a:avLst/>
          </a:prstGeom>
          <a:solidFill>
            <a:srgbClr val="3DCD58"/>
          </a:solidFill>
          <a:ln>
            <a:noFill/>
          </a:ln>
        </p:spPr>
        <p:txBody>
          <a:bodyPr wrap="square" lIns="0" tIns="0" rIns="0" bIns="0" rtlCol="0" anchor="ctr"/>
          <a:lstStyle/>
          <a:p>
            <a:pPr algn="ctr"/>
            <a:r>
              <a:rPr sz="900" b="1">
                <a:solidFill>
                  <a:srgbClr val="0A2F24"/>
                </a:solidFill>
              </a:rPr>
              <a:t>4</a:t>
            </a:r>
          </a:p>
        </p:txBody>
      </p:sp>
      <p:sp>
        <p:nvSpPr>
          <p:cNvPr id="22" name="TextBox 21"/>
          <p:cNvSpPr txBox="1"/>
          <p:nvPr/>
        </p:nvSpPr>
        <p:spPr>
          <a:xfrm>
            <a:off x="4773168" y="1801368"/>
            <a:ext cx="1024128" cy="502920"/>
          </a:xfrm>
          <a:prstGeom prst="rect">
            <a:avLst/>
          </a:prstGeom>
          <a:noFill/>
        </p:spPr>
        <p:txBody>
          <a:bodyPr wrap="square" lIns="0" tIns="0" rIns="0" bIns="0" anchor="t">
            <a:spAutoFit/>
          </a:bodyPr>
          <a:lstStyle/>
          <a:p>
            <a:pPr algn="l">
              <a:spcAft>
                <a:spcPts val="100"/>
              </a:spcAft>
            </a:pPr>
            <a:r>
              <a:rPr sz="900" b="1">
                <a:solidFill>
                  <a:srgbClr val="0A2F24"/>
                </a:solidFill>
              </a:rPr>
              <a:t>Score variations</a:t>
            </a:r>
          </a:p>
          <a:p>
            <a:pPr algn="l"/>
            <a:r>
              <a:rPr sz="750" b="0">
                <a:solidFill>
                  <a:srgbClr val="0A2F24"/>
                </a:solidFill>
              </a:rPr>
              <a:t>Target 95%, per destination</a:t>
            </a:r>
          </a:p>
        </p:txBody>
      </p:sp>
      <p:cxnSp>
        <p:nvCxnSpPr>
          <p:cNvPr id="23" name="Connector 22"/>
          <p:cNvCxnSpPr/>
          <p:nvPr/>
        </p:nvCxnSpPr>
        <p:spPr>
          <a:xfrm>
            <a:off x="5879592" y="1851660"/>
            <a:ext cx="201168" cy="0"/>
          </a:xfrm>
          <a:prstGeom prst="line">
            <a:avLst/>
          </a:prstGeom>
          <a:ln w="15875">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age 5"/>
          <p:cNvSpPr/>
          <p:nvPr/>
        </p:nvSpPr>
        <p:spPr>
          <a:xfrm>
            <a:off x="6089904" y="1371600"/>
            <a:ext cx="1188720" cy="960120"/>
          </a:xfrm>
          <a:prstGeom prst="roundRect">
            <a:avLst>
              <a:gd name="adj" fmla="val 6000"/>
            </a:avLst>
          </a:prstGeom>
          <a:solidFill>
            <a:srgbClr val="0A2F24"/>
          </a:solidFill>
          <a:ln>
            <a:noFill/>
          </a:ln>
        </p:spPr>
        <p:txBody>
          <a:bodyPr rtlCol="0" anchor="ctr"/>
          <a:lstStyle/>
          <a:p>
            <a:pPr algn="ctr"/>
            <a:endParaRPr/>
          </a:p>
        </p:txBody>
      </p:sp>
      <p:sp>
        <p:nvSpPr>
          <p:cNvPr id="25" name="Oval 24"/>
          <p:cNvSpPr/>
          <p:nvPr/>
        </p:nvSpPr>
        <p:spPr>
          <a:xfrm>
            <a:off x="6181344" y="1463040"/>
            <a:ext cx="274320" cy="274320"/>
          </a:xfrm>
          <a:prstGeom prst="ellipse">
            <a:avLst/>
          </a:prstGeom>
          <a:solidFill>
            <a:srgbClr val="3DCD58"/>
          </a:solidFill>
          <a:ln>
            <a:noFill/>
          </a:ln>
        </p:spPr>
        <p:txBody>
          <a:bodyPr wrap="square" lIns="0" tIns="0" rIns="0" bIns="0" rtlCol="0" anchor="ctr"/>
          <a:lstStyle/>
          <a:p>
            <a:pPr algn="ctr"/>
            <a:r>
              <a:rPr sz="900" b="1">
                <a:solidFill>
                  <a:srgbClr val="0A2F24"/>
                </a:solidFill>
              </a:rPr>
              <a:t>5</a:t>
            </a:r>
          </a:p>
        </p:txBody>
      </p:sp>
      <p:sp>
        <p:nvSpPr>
          <p:cNvPr id="26" name="Rounded Rectangle 25"/>
          <p:cNvSpPr/>
          <p:nvPr/>
        </p:nvSpPr>
        <p:spPr>
          <a:xfrm>
            <a:off x="6501384" y="1490472"/>
            <a:ext cx="685800" cy="201168"/>
          </a:xfrm>
          <a:prstGeom prst="roundRect">
            <a:avLst>
              <a:gd name="adj" fmla="val 50000"/>
            </a:avLst>
          </a:prstGeom>
          <a:solidFill>
            <a:srgbClr val="3DCD58"/>
          </a:solidFill>
          <a:ln>
            <a:noFill/>
          </a:ln>
        </p:spPr>
        <p:txBody>
          <a:bodyPr wrap="square" lIns="18288" tIns="18288" rIns="18288" bIns="18288" rtlCol="0" anchor="ctr"/>
          <a:lstStyle/>
          <a:p>
            <a:pPr algn="ctr"/>
            <a:r>
              <a:rPr sz="650" b="1">
                <a:solidFill>
                  <a:srgbClr val="0A2F24"/>
                </a:solidFill>
              </a:rPr>
              <a:t>Human gate</a:t>
            </a:r>
          </a:p>
        </p:txBody>
      </p:sp>
      <p:sp>
        <p:nvSpPr>
          <p:cNvPr id="27" name="TextBox 26"/>
          <p:cNvSpPr txBox="1"/>
          <p:nvPr/>
        </p:nvSpPr>
        <p:spPr>
          <a:xfrm>
            <a:off x="6181344" y="1801368"/>
            <a:ext cx="1024128" cy="502920"/>
          </a:xfrm>
          <a:prstGeom prst="rect">
            <a:avLst/>
          </a:prstGeom>
          <a:noFill/>
        </p:spPr>
        <p:txBody>
          <a:bodyPr wrap="square" lIns="0" tIns="0" rIns="0" bIns="0" anchor="t">
            <a:spAutoFit/>
          </a:bodyPr>
          <a:lstStyle/>
          <a:p>
            <a:pPr algn="l">
              <a:spcAft>
                <a:spcPts val="100"/>
              </a:spcAft>
            </a:pPr>
            <a:r>
              <a:rPr sz="900" b="1">
                <a:solidFill>
                  <a:srgbClr val="FFFFFF"/>
                </a:solidFill>
              </a:rPr>
              <a:t>Human review</a:t>
            </a:r>
          </a:p>
          <a:p>
            <a:pPr algn="l"/>
            <a:r>
              <a:rPr sz="750" b="0">
                <a:solidFill>
                  <a:srgbClr val="FFFFFF"/>
                </a:solidFill>
              </a:rPr>
              <a:t>Approve or send back</a:t>
            </a:r>
          </a:p>
        </p:txBody>
      </p:sp>
      <p:cxnSp>
        <p:nvCxnSpPr>
          <p:cNvPr id="28" name="Connector 27"/>
          <p:cNvCxnSpPr/>
          <p:nvPr/>
        </p:nvCxnSpPr>
        <p:spPr>
          <a:xfrm>
            <a:off x="7287768" y="1851660"/>
            <a:ext cx="201168" cy="0"/>
          </a:xfrm>
          <a:prstGeom prst="line">
            <a:avLst/>
          </a:prstGeom>
          <a:ln w="15875">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age 6"/>
          <p:cNvSpPr/>
          <p:nvPr/>
        </p:nvSpPr>
        <p:spPr>
          <a:xfrm>
            <a:off x="7498079" y="1371600"/>
            <a:ext cx="1188720" cy="960120"/>
          </a:xfrm>
          <a:prstGeom prst="roundRect">
            <a:avLst>
              <a:gd name="adj" fmla="val 6000"/>
            </a:avLst>
          </a:prstGeom>
          <a:solidFill>
            <a:srgbClr val="E7FFD9"/>
          </a:solidFill>
          <a:ln>
            <a:noFill/>
          </a:ln>
        </p:spPr>
        <p:txBody>
          <a:bodyPr rtlCol="0" anchor="ctr"/>
          <a:lstStyle/>
          <a:p>
            <a:pPr algn="ctr"/>
            <a:endParaRPr/>
          </a:p>
        </p:txBody>
      </p:sp>
      <p:sp>
        <p:nvSpPr>
          <p:cNvPr id="30" name="Oval 29"/>
          <p:cNvSpPr/>
          <p:nvPr/>
        </p:nvSpPr>
        <p:spPr>
          <a:xfrm>
            <a:off x="7589519" y="1463040"/>
            <a:ext cx="274320" cy="274320"/>
          </a:xfrm>
          <a:prstGeom prst="ellipse">
            <a:avLst/>
          </a:prstGeom>
          <a:solidFill>
            <a:srgbClr val="3DCD58"/>
          </a:solidFill>
          <a:ln>
            <a:noFill/>
          </a:ln>
        </p:spPr>
        <p:txBody>
          <a:bodyPr wrap="square" lIns="0" tIns="0" rIns="0" bIns="0" rtlCol="0" anchor="ctr"/>
          <a:lstStyle/>
          <a:p>
            <a:pPr algn="ctr"/>
            <a:r>
              <a:rPr sz="900" b="1">
                <a:solidFill>
                  <a:srgbClr val="0A2F24"/>
                </a:solidFill>
              </a:rPr>
              <a:t>6</a:t>
            </a:r>
          </a:p>
        </p:txBody>
      </p:sp>
      <p:sp>
        <p:nvSpPr>
          <p:cNvPr id="31" name="TextBox 30"/>
          <p:cNvSpPr txBox="1"/>
          <p:nvPr/>
        </p:nvSpPr>
        <p:spPr>
          <a:xfrm>
            <a:off x="7589519" y="1801368"/>
            <a:ext cx="1024128" cy="502920"/>
          </a:xfrm>
          <a:prstGeom prst="rect">
            <a:avLst/>
          </a:prstGeom>
          <a:noFill/>
        </p:spPr>
        <p:txBody>
          <a:bodyPr wrap="square" lIns="0" tIns="0" rIns="0" bIns="0" anchor="t">
            <a:spAutoFit/>
          </a:bodyPr>
          <a:lstStyle/>
          <a:p>
            <a:pPr algn="l">
              <a:spcAft>
                <a:spcPts val="100"/>
              </a:spcAft>
            </a:pPr>
            <a:r>
              <a:rPr sz="900" b="1">
                <a:solidFill>
                  <a:srgbClr val="0A2F24"/>
                </a:solidFill>
              </a:rPr>
              <a:t>QA &amp; output</a:t>
            </a:r>
          </a:p>
          <a:p>
            <a:pPr algn="l"/>
            <a:r>
              <a:rPr sz="750" b="0">
                <a:solidFill>
                  <a:srgbClr val="0A2F24"/>
                </a:solidFill>
              </a:rPr>
              <a:t>Final checklist per destination</a:t>
            </a:r>
          </a:p>
        </p:txBody>
      </p:sp>
      <p:cxnSp>
        <p:nvCxnSpPr>
          <p:cNvPr id="32" name="Connector 31"/>
          <p:cNvCxnSpPr/>
          <p:nvPr/>
        </p:nvCxnSpPr>
        <p:spPr>
          <a:xfrm>
            <a:off x="5276088" y="2331720"/>
            <a:ext cx="0" cy="182880"/>
          </a:xfrm>
          <a:prstGeom prst="line">
            <a:avLst/>
          </a:prstGeom>
          <a:ln w="15875">
            <a:solidFill>
              <a:srgbClr val="FF0050"/>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3867912" y="2514600"/>
            <a:ext cx="1408176" cy="0"/>
          </a:xfrm>
          <a:prstGeom prst="line">
            <a:avLst/>
          </a:prstGeom>
          <a:ln w="15875">
            <a:solidFill>
              <a:srgbClr val="FF0050"/>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867912" y="2350008"/>
            <a:ext cx="0" cy="164592"/>
          </a:xfrm>
          <a:prstGeom prst="line">
            <a:avLst/>
          </a:prstGeom>
          <a:ln w="15875">
            <a:solidFill>
              <a:srgbClr val="FF005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005072" y="2414016"/>
            <a:ext cx="1133856" cy="201168"/>
          </a:xfrm>
          <a:prstGeom prst="roundRect">
            <a:avLst>
              <a:gd name="adj" fmla="val 50000"/>
            </a:avLst>
          </a:prstGeom>
          <a:solidFill>
            <a:srgbClr val="FFFFFF"/>
          </a:solidFill>
          <a:ln w="9525">
            <a:solidFill>
              <a:srgbClr val="FF0050"/>
            </a:solidFill>
          </a:ln>
        </p:spPr>
        <p:txBody>
          <a:bodyPr wrap="square" lIns="18288" tIns="18288" rIns="18288" bIns="18288" rtlCol="0" anchor="ctr"/>
          <a:lstStyle/>
          <a:p>
            <a:pPr algn="ctr"/>
            <a:r>
              <a:rPr sz="700" b="1">
                <a:solidFill>
                  <a:srgbClr val="FF0050"/>
                </a:solidFill>
              </a:rPr>
              <a:t>Below 95% → revise</a:t>
            </a:r>
          </a:p>
        </p:txBody>
      </p:sp>
      <p:sp>
        <p:nvSpPr>
          <p:cNvPr id="36" name="Optional multimodal lane"/>
          <p:cNvSpPr/>
          <p:nvPr/>
        </p:nvSpPr>
        <p:spPr>
          <a:xfrm>
            <a:off x="457200" y="2788920"/>
            <a:ext cx="8229600" cy="1143000"/>
          </a:xfrm>
          <a:prstGeom prst="roundRect">
            <a:avLst>
              <a:gd name="adj" fmla="val 8000"/>
            </a:avLst>
          </a:prstGeom>
          <a:noFill/>
          <a:ln w="12700">
            <a:solidFill>
              <a:srgbClr val="009530"/>
            </a:solidFill>
            <a:prstDash val="dash"/>
          </a:ln>
        </p:spPr>
        <p:txBody>
          <a:bodyPr rtlCol="0" anchor="ctr"/>
          <a:lstStyle/>
          <a:p>
            <a:pPr algn="ctr"/>
            <a:endParaRPr/>
          </a:p>
        </p:txBody>
      </p:sp>
      <p:sp>
        <p:nvSpPr>
          <p:cNvPr id="37" name="Rounded Rectangle 36"/>
          <p:cNvSpPr/>
          <p:nvPr/>
        </p:nvSpPr>
        <p:spPr>
          <a:xfrm>
            <a:off x="6812280" y="2688336"/>
            <a:ext cx="1737360" cy="201168"/>
          </a:xfrm>
          <a:prstGeom prst="roundRect">
            <a:avLst>
              <a:gd name="adj" fmla="val 50000"/>
            </a:avLst>
          </a:prstGeom>
          <a:solidFill>
            <a:srgbClr val="FFFFFF"/>
          </a:solidFill>
          <a:ln w="9525">
            <a:solidFill>
              <a:srgbClr val="009530"/>
            </a:solidFill>
          </a:ln>
        </p:spPr>
        <p:txBody>
          <a:bodyPr wrap="square" lIns="18288" tIns="18288" rIns="18288" bIns="18288" rtlCol="0" anchor="ctr"/>
          <a:lstStyle/>
          <a:p>
            <a:pPr algn="ctr"/>
            <a:r>
              <a:rPr sz="700" b="1">
                <a:solidFill>
                  <a:srgbClr val="009530"/>
                </a:solidFill>
              </a:rPr>
              <a:t>OPTIONAL  ·  MULTIMODAL</a:t>
            </a:r>
          </a:p>
        </p:txBody>
      </p:sp>
      <p:sp>
        <p:nvSpPr>
          <p:cNvPr id="38" name="TextBox 37"/>
          <p:cNvSpPr txBox="1"/>
          <p:nvPr/>
        </p:nvSpPr>
        <p:spPr>
          <a:xfrm>
            <a:off x="1600200" y="2852928"/>
            <a:ext cx="5120640" cy="182880"/>
          </a:xfrm>
          <a:prstGeom prst="rect">
            <a:avLst/>
          </a:prstGeom>
          <a:noFill/>
        </p:spPr>
        <p:txBody>
          <a:bodyPr wrap="square" lIns="0" tIns="0" rIns="0" bIns="0" anchor="t">
            <a:spAutoFit/>
          </a:bodyPr>
          <a:lstStyle/>
          <a:p>
            <a:pPr algn="l"/>
            <a:r>
              <a:rPr sz="750" b="0" i="1">
                <a:solidFill>
                  <a:srgbClr val="4E6B61"/>
                </a:solidFill>
              </a:rPr>
              <a:t>Phase 2 · highest cost and brand-risk step: triggered on demand, never ships without visual QA</a:t>
            </a:r>
          </a:p>
        </p:txBody>
      </p:sp>
      <p:cxnSp>
        <p:nvCxnSpPr>
          <p:cNvPr id="39" name="Connector 38"/>
          <p:cNvCxnSpPr/>
          <p:nvPr/>
        </p:nvCxnSpPr>
        <p:spPr>
          <a:xfrm>
            <a:off x="6684264" y="2331720"/>
            <a:ext cx="0" cy="365760"/>
          </a:xfrm>
          <a:prstGeom prst="line">
            <a:avLst/>
          </a:prstGeom>
          <a:ln w="15875">
            <a:solidFill>
              <a:srgbClr val="009530"/>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1325880" y="2697480"/>
            <a:ext cx="5358384" cy="0"/>
          </a:xfrm>
          <a:prstGeom prst="line">
            <a:avLst/>
          </a:prstGeom>
          <a:ln w="15875">
            <a:solidFill>
              <a:srgbClr val="009530"/>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325880" y="2697480"/>
            <a:ext cx="0" cy="438912"/>
          </a:xfrm>
          <a:prstGeom prst="line">
            <a:avLst/>
          </a:prstGeom>
          <a:ln w="15875">
            <a:solidFill>
              <a:srgbClr val="00953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640080" y="3154680"/>
            <a:ext cx="1371600" cy="658368"/>
          </a:xfrm>
          <a:prstGeom prst="roundRect">
            <a:avLst>
              <a:gd name="adj" fmla="val 6000"/>
            </a:avLst>
          </a:prstGeom>
          <a:solidFill>
            <a:srgbClr val="E7FFD9"/>
          </a:solidFill>
          <a:ln>
            <a:noFill/>
          </a:ln>
        </p:spPr>
        <p:txBody>
          <a:bodyPr wrap="square" lIns="36576" tIns="36576" rIns="36576" bIns="36576" rtlCol="0" anchor="ctr"/>
          <a:lstStyle/>
          <a:p>
            <a:pPr algn="ctr">
              <a:spcAft>
                <a:spcPts val="100"/>
              </a:spcAft>
            </a:pPr>
            <a:r>
              <a:rPr sz="850" b="1">
                <a:solidFill>
                  <a:srgbClr val="0A2F24"/>
                </a:solidFill>
              </a:rPr>
              <a:t>Approved variation</a:t>
            </a:r>
          </a:p>
          <a:p>
            <a:pPr algn="ctr"/>
            <a:r>
              <a:rPr sz="700" b="0">
                <a:solidFill>
                  <a:srgbClr val="0A2F24"/>
                </a:solidFill>
              </a:rPr>
              <a:t>From step 5</a:t>
            </a:r>
          </a:p>
        </p:txBody>
      </p:sp>
      <p:sp>
        <p:nvSpPr>
          <p:cNvPr id="43" name="Rounded Rectangle 42"/>
          <p:cNvSpPr/>
          <p:nvPr/>
        </p:nvSpPr>
        <p:spPr>
          <a:xfrm>
            <a:off x="2377440" y="3108960"/>
            <a:ext cx="1645920" cy="347472"/>
          </a:xfrm>
          <a:prstGeom prst="roundRect">
            <a:avLst>
              <a:gd name="adj" fmla="val 6000"/>
            </a:avLst>
          </a:prstGeom>
          <a:solidFill>
            <a:srgbClr val="FFFFFF"/>
          </a:solidFill>
          <a:ln w="9525">
            <a:solidFill>
              <a:srgbClr val="009530"/>
            </a:solidFill>
            <a:prstDash val="dash"/>
          </a:ln>
        </p:spPr>
        <p:txBody>
          <a:bodyPr wrap="square" lIns="36576" tIns="36576" rIns="36576" bIns="36576" rtlCol="0" anchor="ctr"/>
          <a:lstStyle/>
          <a:p>
            <a:pPr algn="ctr">
              <a:spcAft>
                <a:spcPts val="100"/>
              </a:spcAft>
            </a:pPr>
            <a:r>
              <a:rPr sz="850" b="1">
                <a:solidFill>
                  <a:srgbClr val="0A2F24"/>
                </a:solidFill>
              </a:rPr>
              <a:t>Image generator</a:t>
            </a:r>
          </a:p>
          <a:p>
            <a:pPr algn="ctr"/>
            <a:r>
              <a:rPr sz="700" b="0">
                <a:solidFill>
                  <a:srgbClr val="0A2F24"/>
                </a:solidFill>
              </a:rPr>
              <a:t>Spec-safe visuals</a:t>
            </a:r>
          </a:p>
        </p:txBody>
      </p:sp>
      <p:sp>
        <p:nvSpPr>
          <p:cNvPr id="44" name="Rounded Rectangle 43"/>
          <p:cNvSpPr/>
          <p:nvPr/>
        </p:nvSpPr>
        <p:spPr>
          <a:xfrm>
            <a:off x="2377440" y="3511296"/>
            <a:ext cx="1645920" cy="347472"/>
          </a:xfrm>
          <a:prstGeom prst="roundRect">
            <a:avLst>
              <a:gd name="adj" fmla="val 6000"/>
            </a:avLst>
          </a:prstGeom>
          <a:solidFill>
            <a:srgbClr val="FFFFFF"/>
          </a:solidFill>
          <a:ln w="9525">
            <a:solidFill>
              <a:srgbClr val="009530"/>
            </a:solidFill>
            <a:prstDash val="dash"/>
          </a:ln>
        </p:spPr>
        <p:txBody>
          <a:bodyPr wrap="square" lIns="36576" tIns="36576" rIns="36576" bIns="36576" rtlCol="0" anchor="ctr"/>
          <a:lstStyle/>
          <a:p>
            <a:pPr algn="ctr">
              <a:spcAft>
                <a:spcPts val="100"/>
              </a:spcAft>
            </a:pPr>
            <a:r>
              <a:rPr sz="850" b="1">
                <a:solidFill>
                  <a:srgbClr val="0A2F24"/>
                </a:solidFill>
              </a:rPr>
              <a:t>Video generator</a:t>
            </a:r>
          </a:p>
          <a:p>
            <a:pPr algn="ctr"/>
            <a:r>
              <a:rPr sz="700" b="0">
                <a:solidFill>
                  <a:srgbClr val="0A2F24"/>
                </a:solidFill>
              </a:rPr>
              <a:t>On demand only</a:t>
            </a:r>
          </a:p>
        </p:txBody>
      </p:sp>
      <p:sp>
        <p:nvSpPr>
          <p:cNvPr id="45" name="Rounded Rectangle 44"/>
          <p:cNvSpPr/>
          <p:nvPr/>
        </p:nvSpPr>
        <p:spPr>
          <a:xfrm>
            <a:off x="4389120" y="3154680"/>
            <a:ext cx="1645920" cy="658368"/>
          </a:xfrm>
          <a:prstGeom prst="roundRect">
            <a:avLst>
              <a:gd name="adj" fmla="val 6000"/>
            </a:avLst>
          </a:prstGeom>
          <a:solidFill>
            <a:srgbClr val="0A2F24"/>
          </a:solidFill>
          <a:ln>
            <a:noFill/>
          </a:ln>
        </p:spPr>
        <p:txBody>
          <a:bodyPr wrap="square" lIns="36576" tIns="36576" rIns="36576" bIns="36576" rtlCol="0" anchor="ctr"/>
          <a:lstStyle/>
          <a:p>
            <a:pPr algn="ctr">
              <a:spcAft>
                <a:spcPts val="100"/>
              </a:spcAft>
            </a:pPr>
            <a:r>
              <a:rPr sz="850" b="1">
                <a:solidFill>
                  <a:srgbClr val="FFFFFF"/>
                </a:solidFill>
              </a:rPr>
              <a:t>Human visual QA</a:t>
            </a:r>
          </a:p>
          <a:p>
            <a:pPr algn="ctr"/>
            <a:r>
              <a:rPr sz="700" b="0">
                <a:solidFill>
                  <a:srgbClr val="FFFFFF"/>
                </a:solidFill>
              </a:rPr>
              <a:t>Mandatory gate</a:t>
            </a:r>
          </a:p>
        </p:txBody>
      </p:sp>
      <p:sp>
        <p:nvSpPr>
          <p:cNvPr id="46" name="Rounded Rectangle 45"/>
          <p:cNvSpPr/>
          <p:nvPr/>
        </p:nvSpPr>
        <p:spPr>
          <a:xfrm>
            <a:off x="6400800" y="3154680"/>
            <a:ext cx="1645920" cy="658368"/>
          </a:xfrm>
          <a:prstGeom prst="roundRect">
            <a:avLst>
              <a:gd name="adj" fmla="val 6000"/>
            </a:avLst>
          </a:prstGeom>
          <a:solidFill>
            <a:srgbClr val="E7FFD9"/>
          </a:solidFill>
          <a:ln>
            <a:noFill/>
          </a:ln>
        </p:spPr>
        <p:txBody>
          <a:bodyPr wrap="square" lIns="36576" tIns="36576" rIns="36576" bIns="36576" rtlCol="0" anchor="ctr"/>
          <a:lstStyle/>
          <a:p>
            <a:pPr algn="ctr">
              <a:spcAft>
                <a:spcPts val="100"/>
              </a:spcAft>
            </a:pPr>
            <a:r>
              <a:rPr sz="850" b="1">
                <a:solidFill>
                  <a:srgbClr val="0A2F24"/>
                </a:solidFill>
              </a:rPr>
              <a:t>Multimodal bundle</a:t>
            </a:r>
          </a:p>
          <a:p>
            <a:pPr algn="ctr"/>
            <a:r>
              <a:rPr sz="700" b="0">
                <a:solidFill>
                  <a:srgbClr val="0A2F24"/>
                </a:solidFill>
              </a:rPr>
              <a:t>Text + image / video</a:t>
            </a:r>
          </a:p>
        </p:txBody>
      </p:sp>
      <p:cxnSp>
        <p:nvCxnSpPr>
          <p:cNvPr id="47" name="Connector 46"/>
          <p:cNvCxnSpPr/>
          <p:nvPr/>
        </p:nvCxnSpPr>
        <p:spPr>
          <a:xfrm flipV="1">
            <a:off x="2020824" y="3282696"/>
            <a:ext cx="338328" cy="118872"/>
          </a:xfrm>
          <a:prstGeom prst="line">
            <a:avLst/>
          </a:prstGeom>
          <a:ln w="15875">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020824" y="3566160"/>
            <a:ext cx="338328" cy="118872"/>
          </a:xfrm>
          <a:prstGeom prst="line">
            <a:avLst/>
          </a:prstGeom>
          <a:ln w="15875">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032504" y="3282696"/>
            <a:ext cx="338328" cy="118872"/>
          </a:xfrm>
          <a:prstGeom prst="line">
            <a:avLst/>
          </a:prstGeom>
          <a:ln w="15875">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032504" y="3566160"/>
            <a:ext cx="338328" cy="118872"/>
          </a:xfrm>
          <a:prstGeom prst="line">
            <a:avLst/>
          </a:prstGeom>
          <a:ln w="15875">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044184" y="3483864"/>
            <a:ext cx="338328" cy="0"/>
          </a:xfrm>
          <a:prstGeom prst="line">
            <a:avLst/>
          </a:prstGeom>
          <a:ln w="15875">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457200" y="4069080"/>
            <a:ext cx="1097280" cy="365760"/>
          </a:xfrm>
          <a:prstGeom prst="roundRect">
            <a:avLst>
              <a:gd name="adj" fmla="val 6000"/>
            </a:avLst>
          </a:prstGeom>
          <a:solidFill>
            <a:srgbClr val="0A2F24"/>
          </a:solidFill>
          <a:ln>
            <a:noFill/>
          </a:ln>
        </p:spPr>
        <p:txBody>
          <a:bodyPr wrap="square" lIns="0" tIns="0" rIns="0" bIns="0" rtlCol="0" anchor="ctr"/>
          <a:lstStyle/>
          <a:p>
            <a:pPr algn="ctr"/>
            <a:r>
              <a:rPr sz="850" b="1">
                <a:solidFill>
                  <a:srgbClr val="FFFFFF"/>
                </a:solidFill>
              </a:rPr>
              <a:t>Foundation</a:t>
            </a:r>
          </a:p>
        </p:txBody>
      </p:sp>
      <p:sp>
        <p:nvSpPr>
          <p:cNvPr id="53" name="Rounded Rectangle 52"/>
          <p:cNvSpPr/>
          <p:nvPr/>
        </p:nvSpPr>
        <p:spPr>
          <a:xfrm>
            <a:off x="1691640" y="4069080"/>
            <a:ext cx="1325880" cy="365760"/>
          </a:xfrm>
          <a:prstGeom prst="roundRect">
            <a:avLst>
              <a:gd name="adj" fmla="val 15000"/>
            </a:avLst>
          </a:prstGeom>
          <a:solidFill>
            <a:srgbClr val="E7FFD9"/>
          </a:solidFill>
          <a:ln>
            <a:noFill/>
          </a:ln>
        </p:spPr>
        <p:txBody>
          <a:bodyPr wrap="square" lIns="18288" tIns="18288" rIns="18288" bIns="18288" rtlCol="0" anchor="ctr"/>
          <a:lstStyle/>
          <a:p>
            <a:pPr algn="ctr"/>
            <a:r>
              <a:rPr sz="750" b="1">
                <a:solidFill>
                  <a:srgbClr val="0A2F24"/>
                </a:solidFill>
              </a:rPr>
              <a:t>GEO rubric</a:t>
            </a:r>
          </a:p>
          <a:p>
            <a:pPr algn="ctr"/>
            <a:r>
              <a:rPr sz="650" b="0">
                <a:solidFill>
                  <a:srgbClr val="4E6B61"/>
                </a:solidFill>
              </a:rPr>
              <a:t>versioned YAML/JSON</a:t>
            </a:r>
          </a:p>
        </p:txBody>
      </p:sp>
      <p:sp>
        <p:nvSpPr>
          <p:cNvPr id="54" name="Rounded Rectangle 53"/>
          <p:cNvSpPr/>
          <p:nvPr/>
        </p:nvSpPr>
        <p:spPr>
          <a:xfrm>
            <a:off x="3108960" y="4069080"/>
            <a:ext cx="1325880" cy="365760"/>
          </a:xfrm>
          <a:prstGeom prst="roundRect">
            <a:avLst>
              <a:gd name="adj" fmla="val 15000"/>
            </a:avLst>
          </a:prstGeom>
          <a:solidFill>
            <a:srgbClr val="E7FFD9"/>
          </a:solidFill>
          <a:ln>
            <a:noFill/>
          </a:ln>
        </p:spPr>
        <p:txBody>
          <a:bodyPr wrap="square" lIns="18288" tIns="18288" rIns="18288" bIns="18288" rtlCol="0" anchor="ctr"/>
          <a:lstStyle/>
          <a:p>
            <a:pPr algn="ctr"/>
            <a:r>
              <a:rPr sz="750" b="1">
                <a:solidFill>
                  <a:srgbClr val="0A2F24"/>
                </a:solidFill>
              </a:rPr>
              <a:t>Claude API</a:t>
            </a:r>
          </a:p>
          <a:p>
            <a:pPr algn="ctr"/>
            <a:r>
              <a:rPr sz="650" b="0">
                <a:solidFill>
                  <a:srgbClr val="4E6B61"/>
                </a:solidFill>
              </a:rPr>
              <a:t>scoring &amp; rewrites</a:t>
            </a:r>
          </a:p>
        </p:txBody>
      </p:sp>
      <p:sp>
        <p:nvSpPr>
          <p:cNvPr id="55" name="Rounded Rectangle 54"/>
          <p:cNvSpPr/>
          <p:nvPr/>
        </p:nvSpPr>
        <p:spPr>
          <a:xfrm>
            <a:off x="4526280" y="4069080"/>
            <a:ext cx="1325880" cy="365760"/>
          </a:xfrm>
          <a:prstGeom prst="roundRect">
            <a:avLst>
              <a:gd name="adj" fmla="val 15000"/>
            </a:avLst>
          </a:prstGeom>
          <a:solidFill>
            <a:srgbClr val="E7FFD9"/>
          </a:solidFill>
          <a:ln>
            <a:noFill/>
          </a:ln>
        </p:spPr>
        <p:txBody>
          <a:bodyPr wrap="square" lIns="18288" tIns="18288" rIns="18288" bIns="18288" rtlCol="0" anchor="ctr"/>
          <a:lstStyle/>
          <a:p>
            <a:pPr algn="ctr"/>
            <a:r>
              <a:rPr sz="750" b="1">
                <a:solidFill>
                  <a:srgbClr val="0A2F24"/>
                </a:solidFill>
              </a:rPr>
              <a:t>Streamlit</a:t>
            </a:r>
          </a:p>
          <a:p>
            <a:pPr algn="ctr"/>
            <a:r>
              <a:rPr sz="650" b="0">
                <a:solidFill>
                  <a:srgbClr val="4E6B61"/>
                </a:solidFill>
              </a:rPr>
              <a:t>UI &amp; session state</a:t>
            </a:r>
          </a:p>
        </p:txBody>
      </p:sp>
      <p:sp>
        <p:nvSpPr>
          <p:cNvPr id="56" name="Rounded Rectangle 55"/>
          <p:cNvSpPr/>
          <p:nvPr/>
        </p:nvSpPr>
        <p:spPr>
          <a:xfrm>
            <a:off x="5943600" y="4069080"/>
            <a:ext cx="1325880" cy="365760"/>
          </a:xfrm>
          <a:prstGeom prst="roundRect">
            <a:avLst>
              <a:gd name="adj" fmla="val 15000"/>
            </a:avLst>
          </a:prstGeom>
          <a:solidFill>
            <a:srgbClr val="E7FFD9"/>
          </a:solidFill>
          <a:ln>
            <a:noFill/>
          </a:ln>
        </p:spPr>
        <p:txBody>
          <a:bodyPr wrap="square" lIns="18288" tIns="18288" rIns="18288" bIns="18288" rtlCol="0" anchor="ctr"/>
          <a:lstStyle/>
          <a:p>
            <a:pPr algn="ctr"/>
            <a:r>
              <a:rPr sz="750" b="1">
                <a:solidFill>
                  <a:srgbClr val="0A2F24"/>
                </a:solidFill>
              </a:rPr>
              <a:t>Claude Code</a:t>
            </a:r>
          </a:p>
          <a:p>
            <a:pPr algn="ctr"/>
            <a:r>
              <a:rPr sz="650" b="0">
                <a:solidFill>
                  <a:srgbClr val="4E6B61"/>
                </a:solidFill>
              </a:rPr>
              <a:t>build &amp; iterate</a:t>
            </a:r>
          </a:p>
        </p:txBody>
      </p:sp>
      <p:sp>
        <p:nvSpPr>
          <p:cNvPr id="57" name="Rounded Rectangle 56"/>
          <p:cNvSpPr/>
          <p:nvPr/>
        </p:nvSpPr>
        <p:spPr>
          <a:xfrm>
            <a:off x="7360920" y="4069080"/>
            <a:ext cx="1325880" cy="365760"/>
          </a:xfrm>
          <a:prstGeom prst="roundRect">
            <a:avLst>
              <a:gd name="adj" fmla="val 15000"/>
            </a:avLst>
          </a:prstGeom>
          <a:solidFill>
            <a:srgbClr val="E7FFD9"/>
          </a:solidFill>
          <a:ln>
            <a:noFill/>
          </a:ln>
        </p:spPr>
        <p:txBody>
          <a:bodyPr wrap="square" lIns="18288" tIns="18288" rIns="18288" bIns="18288" rtlCol="0" anchor="ctr"/>
          <a:lstStyle/>
          <a:p>
            <a:pPr algn="ctr"/>
            <a:r>
              <a:rPr sz="750" b="1">
                <a:solidFill>
                  <a:srgbClr val="0A2F24"/>
                </a:solidFill>
              </a:rPr>
              <a:t>GitHub</a:t>
            </a:r>
          </a:p>
          <a:p>
            <a:pPr algn="ctr"/>
            <a:r>
              <a:rPr sz="650" b="0">
                <a:solidFill>
                  <a:srgbClr val="4E6B61"/>
                </a:solidFill>
              </a:rPr>
              <a:t>repo &amp; history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Distributor IQ is part of the architecture</a:t>
            </a:r>
          </a:p>
        </p:txBody>
      </p:sp>
      <p:sp>
        <p:nvSpPr>
          <p:cNvPr id="4" name="Footer Placeholder 3">
            <a:extLst>
              <a:ext uri="{FF2B5EF4-FFF2-40B4-BE49-F238E27FC236}">
                <a16:creationId xmlns:a16="http://schemas.microsoft.com/office/drawing/2014/main" id="{3B0F765E-30F6-26F7-ADFF-0152A9E58D76}"/>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F1ADC48C-9F81-3268-D7E5-98A40DBB42B8}"/>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7</a:t>
            </a:fld>
            <a:endParaRPr lang="en-US"/>
          </a:p>
        </p:txBody>
      </p:sp>
      <p:sp>
        <p:nvSpPr>
          <p:cNvPr id="6" name="Subtitle"/>
          <p:cNvSpPr txBox="1"/>
          <p:nvPr/>
        </p:nvSpPr>
        <p:spPr>
          <a:xfrm>
            <a:off x="457200" y="786384"/>
            <a:ext cx="8229600" cy="274320"/>
          </a:xfrm>
          <a:prstGeom prst="rect">
            <a:avLst/>
          </a:prstGeom>
          <a:noFill/>
        </p:spPr>
        <p:txBody>
          <a:bodyPr wrap="square" lIns="0" tIns="0" rIns="0" bIns="0" anchor="t">
            <a:spAutoFit/>
          </a:bodyPr>
          <a:lstStyle/>
          <a:p>
            <a:pPr algn="l"/>
            <a:r>
              <a:rPr sz="1100" b="0">
                <a:solidFill>
                  <a:srgbClr val="4E6B61"/>
                </a:solidFill>
              </a:rPr>
              <a:t>It tells us what to write and why, and then proves whether it worked</a:t>
            </a:r>
          </a:p>
        </p:txBody>
      </p:sp>
      <p:sp>
        <p:nvSpPr>
          <p:cNvPr id="7" name="WHAT &amp; WHY column"/>
          <p:cNvSpPr/>
          <p:nvPr/>
        </p:nvSpPr>
        <p:spPr>
          <a:xfrm>
            <a:off x="457200" y="1234440"/>
            <a:ext cx="2560320" cy="2331720"/>
          </a:xfrm>
          <a:prstGeom prst="roundRect">
            <a:avLst>
              <a:gd name="adj" fmla="val 6000"/>
            </a:avLst>
          </a:prstGeom>
          <a:solidFill>
            <a:srgbClr val="E7FFD9"/>
          </a:solidFill>
          <a:ln>
            <a:noFill/>
          </a:ln>
        </p:spPr>
        <p:txBody>
          <a:bodyPr rtlCol="0" anchor="ctr"/>
          <a:lstStyle/>
          <a:p>
            <a:pPr algn="ctr"/>
            <a:endParaRPr/>
          </a:p>
        </p:txBody>
      </p:sp>
      <p:sp>
        <p:nvSpPr>
          <p:cNvPr id="8" name="TextBox 7"/>
          <p:cNvSpPr txBox="1"/>
          <p:nvPr/>
        </p:nvSpPr>
        <p:spPr>
          <a:xfrm>
            <a:off x="640080" y="1353312"/>
            <a:ext cx="2194560" cy="201168"/>
          </a:xfrm>
          <a:prstGeom prst="rect">
            <a:avLst/>
          </a:prstGeom>
          <a:noFill/>
        </p:spPr>
        <p:txBody>
          <a:bodyPr wrap="square" lIns="0" tIns="0" rIns="0" bIns="0" anchor="t">
            <a:spAutoFit/>
          </a:bodyPr>
          <a:lstStyle/>
          <a:p>
            <a:pPr algn="l"/>
            <a:r>
              <a:rPr sz="800" b="1">
                <a:solidFill>
                  <a:srgbClr val="009530"/>
                </a:solidFill>
              </a:rPr>
              <a:t>WHAT &amp; WHY</a:t>
            </a:r>
          </a:p>
        </p:txBody>
      </p:sp>
      <p:sp>
        <p:nvSpPr>
          <p:cNvPr id="9" name="TextBox 8"/>
          <p:cNvSpPr txBox="1"/>
          <p:nvPr/>
        </p:nvSpPr>
        <p:spPr>
          <a:xfrm>
            <a:off x="640080" y="1554480"/>
            <a:ext cx="2194560" cy="274320"/>
          </a:xfrm>
          <a:prstGeom prst="rect">
            <a:avLst/>
          </a:prstGeom>
          <a:noFill/>
        </p:spPr>
        <p:txBody>
          <a:bodyPr wrap="square" lIns="0" tIns="0" rIns="0" bIns="0" anchor="t">
            <a:spAutoFit/>
          </a:bodyPr>
          <a:lstStyle/>
          <a:p>
            <a:pPr algn="l"/>
            <a:r>
              <a:rPr sz="1200" b="1">
                <a:solidFill>
                  <a:srgbClr val="0A2F24"/>
                </a:solidFill>
              </a:rPr>
              <a:t>Distributor IQ</a:t>
            </a:r>
          </a:p>
        </p:txBody>
      </p:sp>
      <p:sp>
        <p:nvSpPr>
          <p:cNvPr id="10" name="TextBox 9"/>
          <p:cNvSpPr txBox="1"/>
          <p:nvPr/>
        </p:nvSpPr>
        <p:spPr>
          <a:xfrm>
            <a:off x="640080" y="1920240"/>
            <a:ext cx="2240280" cy="1600200"/>
          </a:xfrm>
          <a:prstGeom prst="rect">
            <a:avLst/>
          </a:prstGeom>
          <a:noFill/>
        </p:spPr>
        <p:txBody>
          <a:bodyPr wrap="square" lIns="0" tIns="0" rIns="0" bIns="0" anchor="t">
            <a:spAutoFit/>
          </a:bodyPr>
          <a:lstStyle/>
          <a:p>
            <a:pPr marL="146304" indent="-146304" algn="l">
              <a:spcAft>
                <a:spcPts val="400"/>
              </a:spcAft>
              <a:buClr>
                <a:srgbClr val="009530"/>
              </a:buClr>
              <a:buFont typeface="Arial"/>
              <a:buChar char="•"/>
            </a:pPr>
            <a:r>
              <a:rPr sz="850" b="0">
                <a:solidFill>
                  <a:srgbClr val="0A2F24"/>
                </a:solidFill>
              </a:rPr>
              <a:t>187 tracked buyer questions, by category and intent tier</a:t>
            </a:r>
          </a:p>
          <a:p>
            <a:pPr marL="146304" indent="-146304" algn="l">
              <a:spcAft>
                <a:spcPts val="400"/>
              </a:spcAft>
              <a:buClr>
                <a:srgbClr val="009530"/>
              </a:buClr>
              <a:buFont typeface="Arial"/>
              <a:buChar char="•"/>
            </a:pPr>
            <a:r>
              <a:rPr sz="850" b="0">
                <a:solidFill>
                  <a:srgbClr val="0A2F24"/>
                </a:solidFill>
              </a:rPr>
              <a:t>8 content opportunities, each with answers missed and the competitor cited instead</a:t>
            </a:r>
          </a:p>
          <a:p>
            <a:pPr marL="146304" indent="-146304" algn="l">
              <a:spcAft>
                <a:spcPts val="400"/>
              </a:spcAft>
              <a:buClr>
                <a:srgbClr val="009530"/>
              </a:buClr>
              <a:buFont typeface="Arial"/>
              <a:buChar char="•"/>
            </a:pPr>
            <a:r>
              <a:rPr sz="850" b="0">
                <a:solidFill>
                  <a:srgbClr val="0A2F24"/>
                </a:solidFill>
              </a:rPr>
              <a:t>Page health: 9 on-page components checked per page</a:t>
            </a:r>
          </a:p>
          <a:p>
            <a:pPr marL="146304" indent="-146304" algn="l">
              <a:spcAft>
                <a:spcPts val="400"/>
              </a:spcAft>
              <a:buClr>
                <a:srgbClr val="009530"/>
              </a:buClr>
              <a:buFont typeface="Arial"/>
              <a:buChar char="•"/>
            </a:pPr>
            <a:r>
              <a:rPr sz="850" b="0">
                <a:solidFill>
                  <a:srgbClr val="0A2F24"/>
                </a:solidFill>
              </a:rPr>
              <a:t>Technical blockers: JS-only rendering, missing Product / FAQ schema</a:t>
            </a:r>
          </a:p>
        </p:txBody>
      </p:sp>
      <p:cxnSp>
        <p:nvCxnSpPr>
          <p:cNvPr id="11" name="Connector 10"/>
          <p:cNvCxnSpPr/>
          <p:nvPr/>
        </p:nvCxnSpPr>
        <p:spPr>
          <a:xfrm>
            <a:off x="3035808" y="2395728"/>
            <a:ext cx="237744" cy="0"/>
          </a:xfrm>
          <a:prstGeom prst="line">
            <a:avLst/>
          </a:prstGeom>
          <a:ln w="25400">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HOW column"/>
          <p:cNvSpPr/>
          <p:nvPr/>
        </p:nvSpPr>
        <p:spPr>
          <a:xfrm>
            <a:off x="3291840" y="1234440"/>
            <a:ext cx="2560320" cy="2331720"/>
          </a:xfrm>
          <a:prstGeom prst="roundRect">
            <a:avLst>
              <a:gd name="adj" fmla="val 6000"/>
            </a:avLst>
          </a:prstGeom>
          <a:solidFill>
            <a:srgbClr val="0A2F24"/>
          </a:solidFill>
          <a:ln>
            <a:noFill/>
          </a:ln>
        </p:spPr>
        <p:txBody>
          <a:bodyPr rtlCol="0" anchor="ctr"/>
          <a:lstStyle/>
          <a:p>
            <a:pPr algn="ctr"/>
            <a:endParaRPr/>
          </a:p>
        </p:txBody>
      </p:sp>
      <p:sp>
        <p:nvSpPr>
          <p:cNvPr id="13" name="TextBox 12"/>
          <p:cNvSpPr txBox="1"/>
          <p:nvPr/>
        </p:nvSpPr>
        <p:spPr>
          <a:xfrm>
            <a:off x="3474720" y="1353312"/>
            <a:ext cx="2194560" cy="201168"/>
          </a:xfrm>
          <a:prstGeom prst="rect">
            <a:avLst/>
          </a:prstGeom>
          <a:noFill/>
        </p:spPr>
        <p:txBody>
          <a:bodyPr wrap="square" lIns="0" tIns="0" rIns="0" bIns="0" anchor="t">
            <a:spAutoFit/>
          </a:bodyPr>
          <a:lstStyle/>
          <a:p>
            <a:pPr algn="l"/>
            <a:r>
              <a:rPr sz="800" b="1">
                <a:solidFill>
                  <a:srgbClr val="3DCD58"/>
                </a:solidFill>
              </a:rPr>
              <a:t>HOW</a:t>
            </a:r>
          </a:p>
        </p:txBody>
      </p:sp>
      <p:sp>
        <p:nvSpPr>
          <p:cNvPr id="14" name="TextBox 13"/>
          <p:cNvSpPr txBox="1"/>
          <p:nvPr/>
        </p:nvSpPr>
        <p:spPr>
          <a:xfrm>
            <a:off x="3474720" y="1554480"/>
            <a:ext cx="2194560" cy="274320"/>
          </a:xfrm>
          <a:prstGeom prst="rect">
            <a:avLst/>
          </a:prstGeom>
          <a:noFill/>
        </p:spPr>
        <p:txBody>
          <a:bodyPr wrap="square" lIns="0" tIns="0" rIns="0" bIns="0" anchor="t">
            <a:spAutoFit/>
          </a:bodyPr>
          <a:lstStyle/>
          <a:p>
            <a:pPr algn="l"/>
            <a:r>
              <a:rPr sz="1200" b="1">
                <a:solidFill>
                  <a:srgbClr val="FFFFFF"/>
                </a:solidFill>
              </a:rPr>
              <a:t>GEO content engine</a:t>
            </a:r>
          </a:p>
        </p:txBody>
      </p:sp>
      <p:sp>
        <p:nvSpPr>
          <p:cNvPr id="15" name="TextBox 14"/>
          <p:cNvSpPr txBox="1"/>
          <p:nvPr/>
        </p:nvSpPr>
        <p:spPr>
          <a:xfrm>
            <a:off x="3474720" y="1920240"/>
            <a:ext cx="2240280" cy="1600200"/>
          </a:xfrm>
          <a:prstGeom prst="rect">
            <a:avLst/>
          </a:prstGeom>
          <a:noFill/>
        </p:spPr>
        <p:txBody>
          <a:bodyPr wrap="square" lIns="0" tIns="0" rIns="0" bIns="0" anchor="t">
            <a:spAutoFit/>
          </a:bodyPr>
          <a:lstStyle/>
          <a:p>
            <a:pPr marL="146304" indent="-146304" algn="l">
              <a:spcAft>
                <a:spcPts val="400"/>
              </a:spcAft>
              <a:buClr>
                <a:srgbClr val="3DCD58"/>
              </a:buClr>
              <a:buFont typeface="Arial"/>
              <a:buChar char="•"/>
            </a:pPr>
            <a:r>
              <a:rPr sz="850" b="0">
                <a:solidFill>
                  <a:srgbClr val="FFFFFF"/>
                </a:solidFill>
              </a:rPr>
              <a:t>Turns each opportunity into a content brief</a:t>
            </a:r>
          </a:p>
          <a:p>
            <a:pPr marL="146304" indent="-146304" algn="l">
              <a:spcAft>
                <a:spcPts val="400"/>
              </a:spcAft>
              <a:buClr>
                <a:srgbClr val="3DCD58"/>
              </a:buClr>
              <a:buFont typeface="Arial"/>
              <a:buChar char="•"/>
            </a:pPr>
            <a:r>
              <a:rPr sz="850" b="0">
                <a:solidFill>
                  <a:srgbClr val="FFFFFF"/>
                </a:solidFill>
              </a:rPr>
              <a:t>Grounds every claim in the business knowledge base</a:t>
            </a:r>
          </a:p>
          <a:p>
            <a:pPr marL="146304" indent="-146304" algn="l">
              <a:spcAft>
                <a:spcPts val="400"/>
              </a:spcAft>
              <a:buClr>
                <a:srgbClr val="3DCD58"/>
              </a:buClr>
              <a:buFont typeface="Arial"/>
              <a:buChar char="•"/>
            </a:pPr>
            <a:r>
              <a:rPr sz="850" b="0">
                <a:solidFill>
                  <a:srgbClr val="FFFFFF"/>
                </a:solidFill>
              </a:rPr>
              <a:t>Drafts, scores and revises to the 95% bar</a:t>
            </a:r>
          </a:p>
          <a:p>
            <a:pPr marL="146304" indent="-146304" algn="l">
              <a:spcAft>
                <a:spcPts val="400"/>
              </a:spcAft>
              <a:buClr>
                <a:srgbClr val="3DCD58"/>
              </a:buClr>
              <a:buFont typeface="Arial"/>
              <a:buChar char="•"/>
            </a:pPr>
            <a:r>
              <a:rPr sz="850" b="0">
                <a:solidFill>
                  <a:srgbClr val="FFFFFF"/>
                </a:solidFill>
              </a:rPr>
              <a:t>Packages server-rendered HTML, Product / FAQ schema and meta</a:t>
            </a:r>
          </a:p>
        </p:txBody>
      </p:sp>
      <p:cxnSp>
        <p:nvCxnSpPr>
          <p:cNvPr id="16" name="Connector 15"/>
          <p:cNvCxnSpPr/>
          <p:nvPr/>
        </p:nvCxnSpPr>
        <p:spPr>
          <a:xfrm>
            <a:off x="5870448" y="2395728"/>
            <a:ext cx="237744" cy="0"/>
          </a:xfrm>
          <a:prstGeom prst="line">
            <a:avLst/>
          </a:prstGeom>
          <a:ln w="25400">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PROOF column"/>
          <p:cNvSpPr/>
          <p:nvPr/>
        </p:nvSpPr>
        <p:spPr>
          <a:xfrm>
            <a:off x="6126480" y="1234440"/>
            <a:ext cx="2560320" cy="2331720"/>
          </a:xfrm>
          <a:prstGeom prst="roundRect">
            <a:avLst>
              <a:gd name="adj" fmla="val 6000"/>
            </a:avLst>
          </a:prstGeom>
          <a:solidFill>
            <a:srgbClr val="E7FFD9"/>
          </a:solidFill>
          <a:ln>
            <a:noFill/>
          </a:ln>
        </p:spPr>
        <p:txBody>
          <a:bodyPr rtlCol="0" anchor="ctr"/>
          <a:lstStyle/>
          <a:p>
            <a:pPr algn="ctr"/>
            <a:endParaRPr/>
          </a:p>
        </p:txBody>
      </p:sp>
      <p:sp>
        <p:nvSpPr>
          <p:cNvPr id="18" name="TextBox 17"/>
          <p:cNvSpPr txBox="1"/>
          <p:nvPr/>
        </p:nvSpPr>
        <p:spPr>
          <a:xfrm>
            <a:off x="6309360" y="1353312"/>
            <a:ext cx="2194560" cy="201168"/>
          </a:xfrm>
          <a:prstGeom prst="rect">
            <a:avLst/>
          </a:prstGeom>
          <a:noFill/>
        </p:spPr>
        <p:txBody>
          <a:bodyPr wrap="square" lIns="0" tIns="0" rIns="0" bIns="0" anchor="t">
            <a:spAutoFit/>
          </a:bodyPr>
          <a:lstStyle/>
          <a:p>
            <a:pPr algn="l"/>
            <a:r>
              <a:rPr sz="800" b="1">
                <a:solidFill>
                  <a:srgbClr val="009530"/>
                </a:solidFill>
              </a:rPr>
              <a:t>PROOF</a:t>
            </a:r>
          </a:p>
        </p:txBody>
      </p:sp>
      <p:sp>
        <p:nvSpPr>
          <p:cNvPr id="19" name="TextBox 18"/>
          <p:cNvSpPr txBox="1"/>
          <p:nvPr/>
        </p:nvSpPr>
        <p:spPr>
          <a:xfrm>
            <a:off x="6309360" y="1554480"/>
            <a:ext cx="2194560" cy="274320"/>
          </a:xfrm>
          <a:prstGeom prst="rect">
            <a:avLst/>
          </a:prstGeom>
          <a:noFill/>
        </p:spPr>
        <p:txBody>
          <a:bodyPr wrap="square" lIns="0" tIns="0" rIns="0" bIns="0" anchor="t">
            <a:spAutoFit/>
          </a:bodyPr>
          <a:lstStyle/>
          <a:p>
            <a:pPr algn="l"/>
            <a:r>
              <a:rPr sz="1200" b="1">
                <a:solidFill>
                  <a:srgbClr val="0A2F24"/>
                </a:solidFill>
              </a:rPr>
              <a:t>Distributor IQ</a:t>
            </a:r>
          </a:p>
        </p:txBody>
      </p:sp>
      <p:sp>
        <p:nvSpPr>
          <p:cNvPr id="20" name="TextBox 19"/>
          <p:cNvSpPr txBox="1"/>
          <p:nvPr/>
        </p:nvSpPr>
        <p:spPr>
          <a:xfrm>
            <a:off x="6309360" y="1920240"/>
            <a:ext cx="2240280" cy="1600200"/>
          </a:xfrm>
          <a:prstGeom prst="rect">
            <a:avLst/>
          </a:prstGeom>
          <a:noFill/>
        </p:spPr>
        <p:txBody>
          <a:bodyPr wrap="square" lIns="0" tIns="0" rIns="0" bIns="0" anchor="t">
            <a:spAutoFit/>
          </a:bodyPr>
          <a:lstStyle/>
          <a:p>
            <a:pPr marL="146304" indent="-146304" algn="l">
              <a:spcAft>
                <a:spcPts val="400"/>
              </a:spcAft>
              <a:buClr>
                <a:srgbClr val="009530"/>
              </a:buClr>
              <a:buFont typeface="Arial"/>
              <a:buChar char="•"/>
            </a:pPr>
            <a:r>
              <a:rPr sz="850" b="0">
                <a:solidFill>
                  <a:srgbClr val="0A2F24"/>
                </a:solidFill>
              </a:rPr>
              <a:t>Action plan status updated per item</a:t>
            </a:r>
          </a:p>
          <a:p>
            <a:pPr marL="146304" indent="-146304" algn="l">
              <a:spcAft>
                <a:spcPts val="400"/>
              </a:spcAft>
              <a:buClr>
                <a:srgbClr val="009530"/>
              </a:buClr>
              <a:buFont typeface="Arial"/>
              <a:buChar char="•"/>
            </a:pPr>
            <a:r>
              <a:rPr sz="850" b="0">
                <a:solidFill>
                  <a:srgbClr val="0A2F24"/>
                </a:solidFill>
              </a:rPr>
              <a:t>Weekly AI-visibility runs re-measure the page</a:t>
            </a:r>
          </a:p>
          <a:p>
            <a:pPr marL="146304" indent="-146304" algn="l">
              <a:spcAft>
                <a:spcPts val="400"/>
              </a:spcAft>
              <a:buClr>
                <a:srgbClr val="009530"/>
              </a:buClr>
              <a:buFont typeface="Arial"/>
              <a:buChar char="•"/>
            </a:pPr>
            <a:r>
              <a:rPr sz="850" b="0">
                <a:solidFill>
                  <a:srgbClr val="0A2F24"/>
                </a:solidFill>
              </a:rPr>
              <a:t>Citation tracker shows citations gained or lost</a:t>
            </a:r>
          </a:p>
          <a:p>
            <a:pPr marL="146304" indent="-146304" algn="l">
              <a:spcAft>
                <a:spcPts val="400"/>
              </a:spcAft>
              <a:buClr>
                <a:srgbClr val="009530"/>
              </a:buClr>
              <a:buFont typeface="Arial"/>
              <a:buChar char="•"/>
            </a:pPr>
            <a:r>
              <a:rPr sz="850" b="0">
                <a:solidFill>
                  <a:srgbClr val="0A2F24"/>
                </a:solidFill>
              </a:rPr>
              <a:t>Outcomes recalibrate the rubric in V3</a:t>
            </a:r>
          </a:p>
        </p:txBody>
      </p:sp>
      <p:sp>
        <p:nvSpPr>
          <p:cNvPr id="21" name="Takeaway"/>
          <p:cNvSpPr/>
          <p:nvPr/>
        </p:nvSpPr>
        <p:spPr>
          <a:xfrm>
            <a:off x="457200" y="3703320"/>
            <a:ext cx="8229600" cy="566928"/>
          </a:xfrm>
          <a:prstGeom prst="roundRect">
            <a:avLst>
              <a:gd name="adj" fmla="val 6000"/>
            </a:avLst>
          </a:prstGeom>
          <a:solidFill>
            <a:srgbClr val="FFFFFF"/>
          </a:solidFill>
          <a:ln w="9525">
            <a:solidFill>
              <a:srgbClr val="CFE3D6"/>
            </a:solidFill>
          </a:ln>
        </p:spPr>
        <p:txBody>
          <a:bodyPr wrap="square" lIns="182880" tIns="182880" rIns="182880" bIns="182880" rtlCol="0" anchor="ctr"/>
          <a:lstStyle/>
          <a:p>
            <a:pPr algn="l"/>
            <a:r>
              <a:rPr sz="950" b="1">
                <a:solidFill>
                  <a:srgbClr val="009530"/>
                </a:solidFill>
              </a:rPr>
              <a:t>Without Distributor IQ </a:t>
            </a:r>
            <a:r>
              <a:rPr sz="950" b="0">
                <a:solidFill>
                  <a:srgbClr val="0A2F24"/>
                </a:solidFill>
              </a:rPr>
              <a:t>the engine optimises pages nobody asked for. </a:t>
            </a:r>
            <a:r>
              <a:rPr sz="950" b="1">
                <a:solidFill>
                  <a:srgbClr val="009530"/>
                </a:solidFill>
              </a:rPr>
              <a:t>Without the engine </a:t>
            </a:r>
            <a:r>
              <a:rPr sz="950" b="0">
                <a:solidFill>
                  <a:srgbClr val="0A2F24"/>
                </a:solidFill>
              </a:rPr>
              <a:t>Distributor IQ actions stall at “the how is yours to choose”.</a:t>
            </a:r>
          </a:p>
        </p:txBody>
      </p:sp>
      <p:sp>
        <p:nvSpPr>
          <p:cNvPr id="22" name="TextBox 21"/>
          <p:cNvSpPr txBox="1"/>
          <p:nvPr/>
        </p:nvSpPr>
        <p:spPr>
          <a:xfrm>
            <a:off x="457200" y="4334256"/>
            <a:ext cx="8229600" cy="182880"/>
          </a:xfrm>
          <a:prstGeom prst="rect">
            <a:avLst/>
          </a:prstGeom>
          <a:noFill/>
        </p:spPr>
        <p:txBody>
          <a:bodyPr wrap="square" lIns="0" tIns="0" rIns="0" bIns="0" anchor="t">
            <a:spAutoFit/>
          </a:bodyPr>
          <a:lstStyle/>
          <a:p>
            <a:pPr algn="l"/>
            <a:r>
              <a:rPr sz="750" b="0">
                <a:solidFill>
                  <a:srgbClr val="4E6B61"/>
                </a:solidFill>
              </a:rPr>
              <a:t>Figures: Distributor IQ pilot, demo data, Q2 2026.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Architecture 2 · Distributor IQ to GEO content engine</a:t>
            </a:r>
          </a:p>
        </p:txBody>
      </p:sp>
      <p:sp>
        <p:nvSpPr>
          <p:cNvPr id="4" name="Footer Placeholder 3">
            <a:extLst>
              <a:ext uri="{FF2B5EF4-FFF2-40B4-BE49-F238E27FC236}">
                <a16:creationId xmlns:a16="http://schemas.microsoft.com/office/drawing/2014/main" id="{3B0F765E-30F6-26F7-ADFF-0152A9E58D76}"/>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F1ADC48C-9F81-3268-D7E5-98A40DBB42B8}"/>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8</a:t>
            </a:fld>
            <a:endParaRPr lang="en-US"/>
          </a:p>
        </p:txBody>
      </p:sp>
      <p:sp>
        <p:nvSpPr>
          <p:cNvPr id="6" name="Subtitle"/>
          <p:cNvSpPr txBox="1"/>
          <p:nvPr/>
        </p:nvSpPr>
        <p:spPr>
          <a:xfrm>
            <a:off x="457200" y="786384"/>
            <a:ext cx="8229600" cy="274320"/>
          </a:xfrm>
          <a:prstGeom prst="rect">
            <a:avLst/>
          </a:prstGeom>
          <a:noFill/>
        </p:spPr>
        <p:txBody>
          <a:bodyPr wrap="square" lIns="0" tIns="0" rIns="0" bIns="0" anchor="t">
            <a:spAutoFit/>
          </a:bodyPr>
          <a:lstStyle/>
          <a:p>
            <a:pPr algn="l"/>
            <a:r>
              <a:rPr sz="1100" b="0">
                <a:solidFill>
                  <a:srgbClr val="4E6B61"/>
                </a:solidFill>
              </a:rPr>
              <a:t>Gaps flow in through export or API; approved pages flow out; results flow back to Distributor IQ</a:t>
            </a:r>
          </a:p>
        </p:txBody>
      </p:sp>
      <p:sp>
        <p:nvSpPr>
          <p:cNvPr id="7" name="Distributor IQ"/>
          <p:cNvSpPr/>
          <p:nvPr/>
        </p:nvSpPr>
        <p:spPr>
          <a:xfrm>
            <a:off x="457200" y="1234440"/>
            <a:ext cx="1828800" cy="3017520"/>
          </a:xfrm>
          <a:prstGeom prst="roundRect">
            <a:avLst>
              <a:gd name="adj" fmla="val 6000"/>
            </a:avLst>
          </a:prstGeom>
          <a:solidFill>
            <a:srgbClr val="E7FFD9"/>
          </a:solidFill>
          <a:ln>
            <a:noFill/>
          </a:ln>
        </p:spPr>
        <p:txBody>
          <a:bodyPr rtlCol="0" anchor="ctr"/>
          <a:lstStyle/>
          <a:p>
            <a:pPr algn="ctr"/>
            <a:endParaRPr/>
          </a:p>
        </p:txBody>
      </p:sp>
      <p:sp>
        <p:nvSpPr>
          <p:cNvPr id="8" name="TextBox 7"/>
          <p:cNvSpPr txBox="1"/>
          <p:nvPr/>
        </p:nvSpPr>
        <p:spPr>
          <a:xfrm>
            <a:off x="594360" y="1298448"/>
            <a:ext cx="1554480" cy="228600"/>
          </a:xfrm>
          <a:prstGeom prst="rect">
            <a:avLst/>
          </a:prstGeom>
          <a:noFill/>
        </p:spPr>
        <p:txBody>
          <a:bodyPr wrap="square" lIns="0" tIns="0" rIns="0" bIns="0" anchor="ctr">
            <a:spAutoFit/>
          </a:bodyPr>
          <a:lstStyle/>
          <a:p>
            <a:pPr algn="l"/>
            <a:r>
              <a:rPr sz="800" b="1">
                <a:solidFill>
                  <a:srgbClr val="009530"/>
                </a:solidFill>
              </a:rPr>
              <a:t>DISTRIBUTOR IQ</a:t>
            </a:r>
          </a:p>
        </p:txBody>
      </p:sp>
      <p:sp>
        <p:nvSpPr>
          <p:cNvPr id="9" name="Rounded Rectangle 8"/>
          <p:cNvSpPr/>
          <p:nvPr/>
        </p:nvSpPr>
        <p:spPr>
          <a:xfrm>
            <a:off x="566928" y="1581912"/>
            <a:ext cx="1609344" cy="374904"/>
          </a:xfrm>
          <a:prstGeom prst="roundRect">
            <a:avLst>
              <a:gd name="adj" fmla="val 12000"/>
            </a:avLst>
          </a:prstGeom>
          <a:solidFill>
            <a:srgbClr val="FFFFFF"/>
          </a:solidFill>
          <a:ln>
            <a:noFill/>
          </a:ln>
        </p:spPr>
        <p:txBody>
          <a:bodyPr wrap="square" lIns="73152" tIns="73152" rIns="73152" bIns="73152" rtlCol="0" anchor="ctr"/>
          <a:lstStyle/>
          <a:p>
            <a:pPr algn="l"/>
            <a:r>
              <a:rPr sz="800" b="1">
                <a:solidFill>
                  <a:srgbClr val="0A2F24"/>
                </a:solidFill>
              </a:rPr>
              <a:t>Content Authority</a:t>
            </a:r>
          </a:p>
          <a:p>
            <a:pPr algn="l"/>
            <a:r>
              <a:rPr sz="650" b="0">
                <a:solidFill>
                  <a:srgbClr val="4E6B61"/>
                </a:solidFill>
              </a:rPr>
              <a:t>opportunities</a:t>
            </a:r>
          </a:p>
        </p:txBody>
      </p:sp>
      <p:sp>
        <p:nvSpPr>
          <p:cNvPr id="10" name="Rounded Rectangle 9"/>
          <p:cNvSpPr/>
          <p:nvPr/>
        </p:nvSpPr>
        <p:spPr>
          <a:xfrm>
            <a:off x="566928" y="2020824"/>
            <a:ext cx="1609344" cy="374904"/>
          </a:xfrm>
          <a:prstGeom prst="roundRect">
            <a:avLst>
              <a:gd name="adj" fmla="val 12000"/>
            </a:avLst>
          </a:prstGeom>
          <a:solidFill>
            <a:srgbClr val="FFFFFF"/>
          </a:solidFill>
          <a:ln>
            <a:noFill/>
          </a:ln>
        </p:spPr>
        <p:txBody>
          <a:bodyPr wrap="square" lIns="73152" tIns="73152" rIns="73152" bIns="73152" rtlCol="0" anchor="ctr"/>
          <a:lstStyle/>
          <a:p>
            <a:pPr algn="l"/>
            <a:r>
              <a:rPr sz="800" b="1">
                <a:solidFill>
                  <a:srgbClr val="0A2F24"/>
                </a:solidFill>
              </a:rPr>
              <a:t>Prompts tracked</a:t>
            </a:r>
          </a:p>
          <a:p>
            <a:pPr algn="l"/>
            <a:r>
              <a:rPr sz="650" b="0">
                <a:solidFill>
                  <a:srgbClr val="4E6B61"/>
                </a:solidFill>
              </a:rPr>
              <a:t>tiers &amp; results</a:t>
            </a:r>
          </a:p>
        </p:txBody>
      </p:sp>
      <p:sp>
        <p:nvSpPr>
          <p:cNvPr id="11" name="Rounded Rectangle 10"/>
          <p:cNvSpPr/>
          <p:nvPr/>
        </p:nvSpPr>
        <p:spPr>
          <a:xfrm>
            <a:off x="566928" y="2459736"/>
            <a:ext cx="1609344" cy="374904"/>
          </a:xfrm>
          <a:prstGeom prst="roundRect">
            <a:avLst>
              <a:gd name="adj" fmla="val 12000"/>
            </a:avLst>
          </a:prstGeom>
          <a:solidFill>
            <a:srgbClr val="FFFFFF"/>
          </a:solidFill>
          <a:ln>
            <a:noFill/>
          </a:ln>
        </p:spPr>
        <p:txBody>
          <a:bodyPr wrap="square" lIns="73152" tIns="73152" rIns="73152" bIns="73152" rtlCol="0" anchor="ctr"/>
          <a:lstStyle/>
          <a:p>
            <a:pPr algn="l"/>
            <a:r>
              <a:rPr sz="800" b="1">
                <a:solidFill>
                  <a:srgbClr val="0A2F24"/>
                </a:solidFill>
              </a:rPr>
              <a:t>Organic Search</a:t>
            </a:r>
          </a:p>
          <a:p>
            <a:pPr algn="l"/>
            <a:r>
              <a:rPr sz="650" b="0">
                <a:solidFill>
                  <a:srgbClr val="4E6B61"/>
                </a:solidFill>
              </a:rPr>
              <a:t>AI Overview gaps</a:t>
            </a:r>
          </a:p>
        </p:txBody>
      </p:sp>
      <p:sp>
        <p:nvSpPr>
          <p:cNvPr id="12" name="Rounded Rectangle 11"/>
          <p:cNvSpPr/>
          <p:nvPr/>
        </p:nvSpPr>
        <p:spPr>
          <a:xfrm>
            <a:off x="566928" y="2898648"/>
            <a:ext cx="1609344" cy="374904"/>
          </a:xfrm>
          <a:prstGeom prst="roundRect">
            <a:avLst>
              <a:gd name="adj" fmla="val 12000"/>
            </a:avLst>
          </a:prstGeom>
          <a:solidFill>
            <a:srgbClr val="FFFFFF"/>
          </a:solidFill>
          <a:ln>
            <a:noFill/>
          </a:ln>
        </p:spPr>
        <p:txBody>
          <a:bodyPr wrap="square" lIns="73152" tIns="73152" rIns="73152" bIns="73152" rtlCol="0" anchor="ctr"/>
          <a:lstStyle/>
          <a:p>
            <a:pPr algn="l"/>
            <a:r>
              <a:rPr sz="800" b="1">
                <a:solidFill>
                  <a:srgbClr val="0A2F24"/>
                </a:solidFill>
              </a:rPr>
              <a:t>Technical Readiness</a:t>
            </a:r>
          </a:p>
          <a:p>
            <a:pPr algn="l"/>
            <a:r>
              <a:rPr sz="650" b="0">
                <a:solidFill>
                  <a:srgbClr val="4E6B61"/>
                </a:solidFill>
              </a:rPr>
              <a:t>page health &amp; checks</a:t>
            </a:r>
          </a:p>
        </p:txBody>
      </p:sp>
      <p:sp>
        <p:nvSpPr>
          <p:cNvPr id="13" name="Rounded Rectangle 12"/>
          <p:cNvSpPr/>
          <p:nvPr/>
        </p:nvSpPr>
        <p:spPr>
          <a:xfrm>
            <a:off x="566928" y="3337560"/>
            <a:ext cx="1609344" cy="374904"/>
          </a:xfrm>
          <a:prstGeom prst="roundRect">
            <a:avLst>
              <a:gd name="adj" fmla="val 12000"/>
            </a:avLst>
          </a:prstGeom>
          <a:solidFill>
            <a:srgbClr val="FFFFFF"/>
          </a:solidFill>
          <a:ln>
            <a:noFill/>
          </a:ln>
        </p:spPr>
        <p:txBody>
          <a:bodyPr wrap="square" lIns="73152" tIns="73152" rIns="73152" bIns="73152" rtlCol="0" anchor="ctr"/>
          <a:lstStyle/>
          <a:p>
            <a:pPr algn="l"/>
            <a:r>
              <a:rPr sz="800" b="1">
                <a:solidFill>
                  <a:srgbClr val="0A2F24"/>
                </a:solidFill>
              </a:rPr>
              <a:t>Distributor profile</a:t>
            </a:r>
          </a:p>
          <a:p>
            <a:pPr algn="l"/>
            <a:r>
              <a:rPr sz="650" b="0">
                <a:solidFill>
                  <a:srgbClr val="4E6B61"/>
                </a:solidFill>
              </a:rPr>
              <a:t>audience &amp; categories</a:t>
            </a:r>
          </a:p>
        </p:txBody>
      </p:sp>
      <p:sp>
        <p:nvSpPr>
          <p:cNvPr id="14" name="Rounded Rectangle 13"/>
          <p:cNvSpPr/>
          <p:nvPr/>
        </p:nvSpPr>
        <p:spPr>
          <a:xfrm>
            <a:off x="566928" y="3776472"/>
            <a:ext cx="1609344" cy="374904"/>
          </a:xfrm>
          <a:prstGeom prst="roundRect">
            <a:avLst>
              <a:gd name="adj" fmla="val 12000"/>
            </a:avLst>
          </a:prstGeom>
          <a:solidFill>
            <a:srgbClr val="FFFFFF"/>
          </a:solidFill>
          <a:ln w="9525">
            <a:solidFill>
              <a:srgbClr val="009530"/>
            </a:solidFill>
            <a:prstDash val="dash"/>
          </a:ln>
        </p:spPr>
        <p:txBody>
          <a:bodyPr wrap="square" lIns="73152" tIns="73152" rIns="73152" bIns="73152" rtlCol="0" anchor="ctr"/>
          <a:lstStyle/>
          <a:p>
            <a:pPr algn="l"/>
            <a:r>
              <a:rPr sz="800" b="1">
                <a:solidFill>
                  <a:srgbClr val="0A2F24"/>
                </a:solidFill>
              </a:rPr>
              <a:t>Action Plan</a:t>
            </a:r>
          </a:p>
          <a:p>
            <a:pPr algn="l"/>
            <a:r>
              <a:rPr sz="650" b="0">
                <a:solidFill>
                  <a:srgbClr val="4E6B61"/>
                </a:solidFill>
              </a:rPr>
              <a:t>status write-back</a:t>
            </a:r>
          </a:p>
        </p:txBody>
      </p:sp>
      <p:sp>
        <p:nvSpPr>
          <p:cNvPr id="15" name="TextBox 14"/>
          <p:cNvSpPr txBox="1"/>
          <p:nvPr/>
        </p:nvSpPr>
        <p:spPr>
          <a:xfrm>
            <a:off x="2514600" y="1298448"/>
            <a:ext cx="1280160" cy="228600"/>
          </a:xfrm>
          <a:prstGeom prst="rect">
            <a:avLst/>
          </a:prstGeom>
          <a:noFill/>
        </p:spPr>
        <p:txBody>
          <a:bodyPr wrap="square" lIns="0" tIns="0" rIns="0" bIns="0" anchor="ctr">
            <a:spAutoFit/>
          </a:bodyPr>
          <a:lstStyle/>
          <a:p>
            <a:pPr algn="l"/>
            <a:r>
              <a:rPr sz="800" b="1">
                <a:solidFill>
                  <a:srgbClr val="009530"/>
                </a:solidFill>
              </a:rPr>
              <a:t>INTEGRATION</a:t>
            </a:r>
          </a:p>
        </p:txBody>
      </p:sp>
      <p:sp>
        <p:nvSpPr>
          <p:cNvPr id="16" name="CSV export"/>
          <p:cNvSpPr/>
          <p:nvPr/>
        </p:nvSpPr>
        <p:spPr>
          <a:xfrm>
            <a:off x="2514600" y="1691640"/>
            <a:ext cx="1280160" cy="960120"/>
          </a:xfrm>
          <a:prstGeom prst="roundRect">
            <a:avLst>
              <a:gd name="adj" fmla="val 6000"/>
            </a:avLst>
          </a:prstGeom>
          <a:solidFill>
            <a:srgbClr val="3DCD58"/>
          </a:solidFill>
          <a:ln>
            <a:noFill/>
          </a:ln>
        </p:spPr>
        <p:txBody>
          <a:bodyPr wrap="square" lIns="54864" tIns="54864" rIns="54864" bIns="54864" rtlCol="0" anchor="ctr"/>
          <a:lstStyle/>
          <a:p>
            <a:pPr algn="ctr">
              <a:spcAft>
                <a:spcPts val="200"/>
              </a:spcAft>
            </a:pPr>
            <a:r>
              <a:rPr sz="950" b="1">
                <a:solidFill>
                  <a:srgbClr val="0A2F24"/>
                </a:solidFill>
              </a:rPr>
              <a:t>CSV export</a:t>
            </a:r>
          </a:p>
          <a:p>
            <a:pPr algn="ctr"/>
            <a:r>
              <a:rPr sz="750" b="0">
                <a:solidFill>
                  <a:srgbClr val="0A2F24"/>
                </a:solidFill>
              </a:rPr>
              <a:t>Available today on data tables</a:t>
            </a:r>
          </a:p>
        </p:txBody>
      </p:sp>
      <p:sp>
        <p:nvSpPr>
          <p:cNvPr id="17" name="API"/>
          <p:cNvSpPr/>
          <p:nvPr/>
        </p:nvSpPr>
        <p:spPr>
          <a:xfrm>
            <a:off x="2514600" y="2834640"/>
            <a:ext cx="1280160" cy="960120"/>
          </a:xfrm>
          <a:prstGeom prst="roundRect">
            <a:avLst>
              <a:gd name="adj" fmla="val 6000"/>
            </a:avLst>
          </a:prstGeom>
          <a:solidFill>
            <a:srgbClr val="FFFFFF"/>
          </a:solidFill>
          <a:ln w="12700">
            <a:solidFill>
              <a:srgbClr val="009530"/>
            </a:solidFill>
            <a:prstDash val="dash"/>
          </a:ln>
        </p:spPr>
        <p:txBody>
          <a:bodyPr wrap="square" lIns="54864" tIns="54864" rIns="54864" bIns="54864" rtlCol="0" anchor="ctr"/>
          <a:lstStyle/>
          <a:p>
            <a:pPr algn="ctr">
              <a:spcAft>
                <a:spcPts val="200"/>
              </a:spcAft>
            </a:pPr>
            <a:r>
              <a:rPr sz="950" b="1">
                <a:solidFill>
                  <a:srgbClr val="0A2F24"/>
                </a:solidFill>
              </a:rPr>
              <a:t>Read / write API</a:t>
            </a:r>
          </a:p>
          <a:p>
            <a:pPr algn="ctr"/>
            <a:r>
              <a:rPr sz="750" b="0">
                <a:solidFill>
                  <a:srgbClr val="009530"/>
                </a:solidFill>
              </a:rPr>
              <a:t>The ask to Sozo</a:t>
            </a:r>
          </a:p>
        </p:txBody>
      </p:sp>
      <p:cxnSp>
        <p:nvCxnSpPr>
          <p:cNvPr id="18" name="Connector 17"/>
          <p:cNvCxnSpPr/>
          <p:nvPr/>
        </p:nvCxnSpPr>
        <p:spPr>
          <a:xfrm>
            <a:off x="2304288" y="2167128"/>
            <a:ext cx="192024" cy="0"/>
          </a:xfrm>
          <a:prstGeom prst="line">
            <a:avLst/>
          </a:prstGeom>
          <a:ln w="19050">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304288" y="3310128"/>
            <a:ext cx="192024" cy="0"/>
          </a:xfrm>
          <a:prstGeom prst="line">
            <a:avLst/>
          </a:prstGeom>
          <a:ln w="19050">
            <a:solidFill>
              <a:srgbClr val="00953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813048" y="2167128"/>
            <a:ext cx="192024" cy="0"/>
          </a:xfrm>
          <a:prstGeom prst="line">
            <a:avLst/>
          </a:prstGeom>
          <a:ln w="19050">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813048" y="3310128"/>
            <a:ext cx="192024" cy="0"/>
          </a:xfrm>
          <a:prstGeom prst="line">
            <a:avLst/>
          </a:prstGeom>
          <a:ln w="19050">
            <a:solidFill>
              <a:srgbClr val="00953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2" name="GEO content engine"/>
          <p:cNvSpPr/>
          <p:nvPr/>
        </p:nvSpPr>
        <p:spPr>
          <a:xfrm>
            <a:off x="4023360" y="1234440"/>
            <a:ext cx="2880360" cy="3017520"/>
          </a:xfrm>
          <a:prstGeom prst="roundRect">
            <a:avLst>
              <a:gd name="adj" fmla="val 6000"/>
            </a:avLst>
          </a:prstGeom>
          <a:solidFill>
            <a:srgbClr val="0A2F24"/>
          </a:solidFill>
          <a:ln>
            <a:noFill/>
          </a:ln>
        </p:spPr>
        <p:txBody>
          <a:bodyPr rtlCol="0" anchor="ctr"/>
          <a:lstStyle/>
          <a:p>
            <a:pPr algn="ctr"/>
            <a:endParaRPr/>
          </a:p>
        </p:txBody>
      </p:sp>
      <p:sp>
        <p:nvSpPr>
          <p:cNvPr id="23" name="TextBox 22"/>
          <p:cNvSpPr txBox="1"/>
          <p:nvPr/>
        </p:nvSpPr>
        <p:spPr>
          <a:xfrm>
            <a:off x="4187952" y="1298448"/>
            <a:ext cx="2560320" cy="228600"/>
          </a:xfrm>
          <a:prstGeom prst="rect">
            <a:avLst/>
          </a:prstGeom>
          <a:noFill/>
        </p:spPr>
        <p:txBody>
          <a:bodyPr wrap="square" lIns="0" tIns="0" rIns="0" bIns="0" anchor="ctr">
            <a:spAutoFit/>
          </a:bodyPr>
          <a:lstStyle/>
          <a:p>
            <a:pPr algn="l"/>
            <a:r>
              <a:rPr sz="800" b="1">
                <a:solidFill>
                  <a:srgbClr val="3DCD58"/>
                </a:solidFill>
              </a:rPr>
              <a:t>GEO CONTENT ENGINE</a:t>
            </a:r>
          </a:p>
        </p:txBody>
      </p:sp>
      <p:sp>
        <p:nvSpPr>
          <p:cNvPr id="24" name="Rounded Rectangle 23"/>
          <p:cNvSpPr/>
          <p:nvPr/>
        </p:nvSpPr>
        <p:spPr>
          <a:xfrm>
            <a:off x="4160520" y="1600200"/>
            <a:ext cx="2606040" cy="438912"/>
          </a:xfrm>
          <a:prstGeom prst="roundRect">
            <a:avLst>
              <a:gd name="adj" fmla="val 12000"/>
            </a:avLst>
          </a:prstGeom>
          <a:solidFill>
            <a:srgbClr val="134A39"/>
          </a:solidFill>
          <a:ln>
            <a:noFill/>
          </a:ln>
        </p:spPr>
        <p:txBody>
          <a:bodyPr wrap="square" lIns="109728" tIns="109728" rIns="109728" bIns="109728" rtlCol="0" anchor="ctr"/>
          <a:lstStyle/>
          <a:p>
            <a:pPr algn="l"/>
            <a:r>
              <a:rPr sz="850" b="1">
                <a:solidFill>
                  <a:srgbClr val="FFFFFF"/>
                </a:solidFill>
              </a:rPr>
              <a:t>1  Ingest &amp; normalise</a:t>
            </a:r>
          </a:p>
          <a:p>
            <a:pPr algn="l"/>
            <a:r>
              <a:rPr sz="700" b="0">
                <a:solidFill>
                  <a:srgbClr val="B9F0C4"/>
                </a:solidFill>
              </a:rPr>
              <a:t>    one record per opportunity</a:t>
            </a:r>
          </a:p>
        </p:txBody>
      </p:sp>
      <p:sp>
        <p:nvSpPr>
          <p:cNvPr id="25" name="Rounded Rectangle 24"/>
          <p:cNvSpPr/>
          <p:nvPr/>
        </p:nvSpPr>
        <p:spPr>
          <a:xfrm>
            <a:off x="4160520" y="2121408"/>
            <a:ext cx="2606040" cy="438912"/>
          </a:xfrm>
          <a:prstGeom prst="roundRect">
            <a:avLst>
              <a:gd name="adj" fmla="val 12000"/>
            </a:avLst>
          </a:prstGeom>
          <a:solidFill>
            <a:srgbClr val="134A39"/>
          </a:solidFill>
          <a:ln>
            <a:noFill/>
          </a:ln>
        </p:spPr>
        <p:txBody>
          <a:bodyPr wrap="square" lIns="109728" tIns="109728" rIns="109728" bIns="109728" rtlCol="0" anchor="ctr"/>
          <a:lstStyle/>
          <a:p>
            <a:pPr algn="l"/>
            <a:r>
              <a:rPr sz="850" b="1">
                <a:solidFill>
                  <a:srgbClr val="FFFFFF"/>
                </a:solidFill>
              </a:rPr>
              <a:t>2  Category readiness audit</a:t>
            </a:r>
          </a:p>
          <a:p>
            <a:pPr algn="l"/>
            <a:r>
              <a:rPr sz="700" b="0">
                <a:solidFill>
                  <a:srgbClr val="B9F0C4"/>
                </a:solidFill>
              </a:rPr>
              <a:t>    six dimensions per category</a:t>
            </a:r>
          </a:p>
        </p:txBody>
      </p:sp>
      <p:sp>
        <p:nvSpPr>
          <p:cNvPr id="26" name="Rounded Rectangle 25"/>
          <p:cNvSpPr/>
          <p:nvPr/>
        </p:nvSpPr>
        <p:spPr>
          <a:xfrm>
            <a:off x="4160520" y="2642615"/>
            <a:ext cx="2606040" cy="438912"/>
          </a:xfrm>
          <a:prstGeom prst="roundRect">
            <a:avLst>
              <a:gd name="adj" fmla="val 12000"/>
            </a:avLst>
          </a:prstGeom>
          <a:solidFill>
            <a:srgbClr val="134A39"/>
          </a:solidFill>
          <a:ln>
            <a:noFill/>
          </a:ln>
        </p:spPr>
        <p:txBody>
          <a:bodyPr wrap="square" lIns="109728" tIns="109728" rIns="109728" bIns="109728" rtlCol="0" anchor="ctr"/>
          <a:lstStyle/>
          <a:p>
            <a:pPr algn="l"/>
            <a:r>
              <a:rPr sz="850" b="1">
                <a:solidFill>
                  <a:srgbClr val="FFFFFF"/>
                </a:solidFill>
              </a:rPr>
              <a:t>3  Brief builder</a:t>
            </a:r>
          </a:p>
          <a:p>
            <a:pPr algn="l"/>
            <a:r>
              <a:rPr sz="700" b="0">
                <a:solidFill>
                  <a:srgbClr val="B9F0C4"/>
                </a:solidFill>
              </a:rPr>
              <a:t>    prompts, keywords, page to beat</a:t>
            </a:r>
          </a:p>
        </p:txBody>
      </p:sp>
      <p:sp>
        <p:nvSpPr>
          <p:cNvPr id="27" name="Rounded Rectangle 26"/>
          <p:cNvSpPr/>
          <p:nvPr/>
        </p:nvSpPr>
        <p:spPr>
          <a:xfrm>
            <a:off x="4160520" y="3163824"/>
            <a:ext cx="2606040" cy="438912"/>
          </a:xfrm>
          <a:prstGeom prst="roundRect">
            <a:avLst>
              <a:gd name="adj" fmla="val 12000"/>
            </a:avLst>
          </a:prstGeom>
          <a:solidFill>
            <a:srgbClr val="3DCD58"/>
          </a:solidFill>
          <a:ln>
            <a:noFill/>
          </a:ln>
        </p:spPr>
        <p:txBody>
          <a:bodyPr wrap="square" lIns="109728" tIns="109728" rIns="109728" bIns="109728" rtlCol="0" anchor="ctr"/>
          <a:lstStyle/>
          <a:p>
            <a:pPr algn="l"/>
            <a:r>
              <a:rPr sz="850" b="1">
                <a:solidFill>
                  <a:srgbClr val="0A2F24"/>
                </a:solidFill>
              </a:rPr>
              <a:t>4  Core pipeline</a:t>
            </a:r>
          </a:p>
          <a:p>
            <a:pPr algn="l"/>
            <a:r>
              <a:rPr sz="700" b="0">
                <a:solidFill>
                  <a:srgbClr val="0A2F24"/>
                </a:solidFill>
              </a:rPr>
              <a:t>    Architecture 1: score → vary → review</a:t>
            </a:r>
          </a:p>
        </p:txBody>
      </p:sp>
      <p:sp>
        <p:nvSpPr>
          <p:cNvPr id="28" name="Rounded Rectangle 27"/>
          <p:cNvSpPr/>
          <p:nvPr/>
        </p:nvSpPr>
        <p:spPr>
          <a:xfrm>
            <a:off x="4160520" y="3685031"/>
            <a:ext cx="2606040" cy="438912"/>
          </a:xfrm>
          <a:prstGeom prst="roundRect">
            <a:avLst>
              <a:gd name="adj" fmla="val 12000"/>
            </a:avLst>
          </a:prstGeom>
          <a:solidFill>
            <a:srgbClr val="134A39"/>
          </a:solidFill>
          <a:ln>
            <a:noFill/>
          </a:ln>
        </p:spPr>
        <p:txBody>
          <a:bodyPr wrap="square" lIns="109728" tIns="109728" rIns="109728" bIns="109728" rtlCol="0" anchor="ctr"/>
          <a:lstStyle/>
          <a:p>
            <a:pPr algn="l"/>
            <a:r>
              <a:rPr sz="850" b="1">
                <a:solidFill>
                  <a:srgbClr val="FFFFFF"/>
                </a:solidFill>
              </a:rPr>
              <a:t>5  Package</a:t>
            </a:r>
          </a:p>
          <a:p>
            <a:pPr algn="l"/>
            <a:r>
              <a:rPr sz="700" b="0">
                <a:solidFill>
                  <a:srgbClr val="B9F0C4"/>
                </a:solidFill>
              </a:rPr>
              <a:t>    HTML + JSON-LD schema + meta</a:t>
            </a:r>
          </a:p>
        </p:txBody>
      </p:sp>
      <p:sp>
        <p:nvSpPr>
          <p:cNvPr id="29" name="Business KB"/>
          <p:cNvSpPr/>
          <p:nvPr/>
        </p:nvSpPr>
        <p:spPr>
          <a:xfrm>
            <a:off x="7132320" y="1234440"/>
            <a:ext cx="1554480" cy="1325880"/>
          </a:xfrm>
          <a:prstGeom prst="roundRect">
            <a:avLst>
              <a:gd name="adj" fmla="val 6000"/>
            </a:avLst>
          </a:prstGeom>
          <a:solidFill>
            <a:srgbClr val="E7FFD9"/>
          </a:solidFill>
          <a:ln>
            <a:noFill/>
          </a:ln>
        </p:spPr>
        <p:txBody>
          <a:bodyPr wrap="square" lIns="128016" tIns="128016" rIns="128016" bIns="128016" rtlCol="0" anchor="ctr"/>
          <a:lstStyle/>
          <a:p>
            <a:pPr algn="l">
              <a:spcAft>
                <a:spcPts val="300"/>
              </a:spcAft>
            </a:pPr>
            <a:r>
              <a:rPr sz="800" b="1">
                <a:solidFill>
                  <a:srgbClr val="009530"/>
                </a:solidFill>
              </a:rPr>
              <a:t>BUSINESS KB</a:t>
            </a:r>
          </a:p>
          <a:p>
            <a:pPr algn="l"/>
            <a:r>
              <a:rPr sz="800" b="1">
                <a:solidFill>
                  <a:srgbClr val="0A2F24"/>
                </a:solidFill>
              </a:rPr>
              <a:t>Product truth</a:t>
            </a:r>
          </a:p>
          <a:p>
            <a:pPr algn="l"/>
            <a:r>
              <a:rPr sz="800" b="1">
                <a:solidFill>
                  <a:srgbClr val="0A2F24"/>
                </a:solidFill>
              </a:rPr>
              <a:t>Category playbooks</a:t>
            </a:r>
          </a:p>
          <a:p>
            <a:pPr algn="l"/>
            <a:r>
              <a:rPr sz="800" b="1">
                <a:solidFill>
                  <a:srgbClr val="0A2F24"/>
                </a:solidFill>
              </a:rPr>
              <a:t>Approved claims</a:t>
            </a:r>
          </a:p>
          <a:p>
            <a:pPr algn="l"/>
            <a:r>
              <a:rPr sz="800" b="1">
                <a:solidFill>
                  <a:srgbClr val="0A2F24"/>
                </a:solidFill>
              </a:rPr>
              <a:t>Distributor profile</a:t>
            </a:r>
          </a:p>
        </p:txBody>
      </p:sp>
      <p:cxnSp>
        <p:nvCxnSpPr>
          <p:cNvPr id="30" name="Connector 29"/>
          <p:cNvCxnSpPr/>
          <p:nvPr/>
        </p:nvCxnSpPr>
        <p:spPr>
          <a:xfrm flipH="1">
            <a:off x="6922008" y="1901952"/>
            <a:ext cx="192024" cy="0"/>
          </a:xfrm>
          <a:prstGeom prst="line">
            <a:avLst/>
          </a:prstGeom>
          <a:ln w="19050">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Distributor site"/>
          <p:cNvSpPr/>
          <p:nvPr/>
        </p:nvSpPr>
        <p:spPr>
          <a:xfrm>
            <a:off x="7132320" y="2926080"/>
            <a:ext cx="1554480" cy="1325880"/>
          </a:xfrm>
          <a:prstGeom prst="roundRect">
            <a:avLst>
              <a:gd name="adj" fmla="val 6000"/>
            </a:avLst>
          </a:prstGeom>
          <a:solidFill>
            <a:srgbClr val="FFFFFF"/>
          </a:solidFill>
          <a:ln w="9525">
            <a:solidFill>
              <a:srgbClr val="CFE3D6"/>
            </a:solidFill>
          </a:ln>
        </p:spPr>
        <p:txBody>
          <a:bodyPr wrap="square" lIns="128016" tIns="128016" rIns="128016" bIns="128016" rtlCol="0" anchor="ctr"/>
          <a:lstStyle/>
          <a:p>
            <a:pPr algn="l">
              <a:spcAft>
                <a:spcPts val="300"/>
              </a:spcAft>
            </a:pPr>
            <a:r>
              <a:rPr sz="800" b="1">
                <a:solidFill>
                  <a:srgbClr val="009530"/>
                </a:solidFill>
              </a:rPr>
              <a:t>DISTRIBUTOR SITE</a:t>
            </a:r>
          </a:p>
          <a:p>
            <a:pPr algn="l"/>
            <a:r>
              <a:rPr sz="800" b="1">
                <a:solidFill>
                  <a:srgbClr val="0A2F24"/>
                </a:solidFill>
              </a:rPr>
              <a:t>Approved page published</a:t>
            </a:r>
          </a:p>
          <a:p>
            <a:pPr algn="l"/>
            <a:r>
              <a:rPr sz="750" b="0">
                <a:solidFill>
                  <a:srgbClr val="0A2F24"/>
                </a:solidFill>
              </a:rPr>
              <a:t>Server-rendered, with Product / FAQ schema</a:t>
            </a:r>
          </a:p>
        </p:txBody>
      </p:sp>
      <p:cxnSp>
        <p:nvCxnSpPr>
          <p:cNvPr id="32" name="Connector 31"/>
          <p:cNvCxnSpPr/>
          <p:nvPr/>
        </p:nvCxnSpPr>
        <p:spPr>
          <a:xfrm>
            <a:off x="6922008" y="3831336"/>
            <a:ext cx="192024" cy="0"/>
          </a:xfrm>
          <a:prstGeom prst="line">
            <a:avLst/>
          </a:prstGeom>
          <a:ln w="19050">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909560" y="4270248"/>
            <a:ext cx="0" cy="237744"/>
          </a:xfrm>
          <a:prstGeom prst="line">
            <a:avLst/>
          </a:prstGeom>
          <a:ln w="19050">
            <a:solidFill>
              <a:srgbClr val="00953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371600" y="4507992"/>
            <a:ext cx="6537960" cy="0"/>
          </a:xfrm>
          <a:prstGeom prst="line">
            <a:avLst/>
          </a:prstGeom>
          <a:ln w="19050">
            <a:solidFill>
              <a:srgbClr val="00953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1371600" y="4279392"/>
            <a:ext cx="0" cy="228600"/>
          </a:xfrm>
          <a:prstGeom prst="line">
            <a:avLst/>
          </a:prstGeom>
          <a:ln w="19050">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017520" y="4407408"/>
            <a:ext cx="3200400" cy="201168"/>
          </a:xfrm>
          <a:prstGeom prst="roundRect">
            <a:avLst>
              <a:gd name="adj" fmla="val 50000"/>
            </a:avLst>
          </a:prstGeom>
          <a:solidFill>
            <a:srgbClr val="FFFFFF"/>
          </a:solidFill>
          <a:ln w="9525">
            <a:solidFill>
              <a:srgbClr val="009530"/>
            </a:solidFill>
          </a:ln>
        </p:spPr>
        <p:txBody>
          <a:bodyPr wrap="square" lIns="18288" tIns="18288" rIns="18288" bIns="18288" rtlCol="0" anchor="ctr"/>
          <a:lstStyle/>
          <a:p>
            <a:pPr algn="ctr"/>
            <a:r>
              <a:rPr sz="700" b="1">
                <a:solidFill>
                  <a:srgbClr val="0A2F24"/>
                </a:solidFill>
              </a:rPr>
              <a:t>Weekly re-measure  ·  action-plan status updated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Category readiness audit: Breakers and Contactors</a:t>
            </a:r>
          </a:p>
        </p:txBody>
      </p:sp>
      <p:sp>
        <p:nvSpPr>
          <p:cNvPr id="4" name="Footer Placeholder 3">
            <a:extLst>
              <a:ext uri="{FF2B5EF4-FFF2-40B4-BE49-F238E27FC236}">
                <a16:creationId xmlns:a16="http://schemas.microsoft.com/office/drawing/2014/main" id="{3B0F765E-30F6-26F7-ADFF-0152A9E58D76}"/>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F1ADC48C-9F81-3268-D7E5-98A40DBB42B8}"/>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9</a:t>
            </a:fld>
            <a:endParaRPr lang="en-US"/>
          </a:p>
        </p:txBody>
      </p:sp>
      <p:sp>
        <p:nvSpPr>
          <p:cNvPr id="6" name="Subtitle"/>
          <p:cNvSpPr txBox="1"/>
          <p:nvPr/>
        </p:nvSpPr>
        <p:spPr>
          <a:xfrm>
            <a:off x="457200" y="786384"/>
            <a:ext cx="8229600" cy="274320"/>
          </a:xfrm>
          <a:prstGeom prst="rect">
            <a:avLst/>
          </a:prstGeom>
          <a:noFill/>
        </p:spPr>
        <p:txBody>
          <a:bodyPr wrap="square" lIns="0" tIns="0" rIns="0" bIns="0" anchor="t">
            <a:spAutoFit/>
          </a:bodyPr>
          <a:lstStyle/>
          <a:p>
            <a:pPr algn="l"/>
            <a:r>
              <a:rPr sz="1100" b="0">
                <a:solidFill>
                  <a:srgbClr val="4E6B61"/>
                </a:solidFill>
              </a:rPr>
              <a:t>Six dimensions per category, each from a clear signal; statuses are illustrative until a live run</a:t>
            </a:r>
          </a:p>
        </p:txBody>
      </p:sp>
      <p:sp>
        <p:nvSpPr>
          <p:cNvPr id="7" name="TextBox 6"/>
          <p:cNvSpPr txBox="1"/>
          <p:nvPr/>
        </p:nvSpPr>
        <p:spPr>
          <a:xfrm>
            <a:off x="457200" y="1280160"/>
            <a:ext cx="2011680" cy="384048"/>
          </a:xfrm>
          <a:prstGeom prst="rect">
            <a:avLst/>
          </a:prstGeom>
          <a:noFill/>
        </p:spPr>
        <p:txBody>
          <a:bodyPr wrap="square" lIns="0" tIns="0" rIns="0" bIns="0" anchor="ctr">
            <a:spAutoFit/>
          </a:bodyPr>
          <a:lstStyle/>
          <a:p>
            <a:pPr algn="l"/>
            <a:r>
              <a:rPr sz="850" b="1">
                <a:solidFill>
                  <a:srgbClr val="4E6B61"/>
                </a:solidFill>
              </a:rPr>
              <a:t>Dimension</a:t>
            </a:r>
          </a:p>
        </p:txBody>
      </p:sp>
      <p:sp>
        <p:nvSpPr>
          <p:cNvPr id="8" name="TextBox 7"/>
          <p:cNvSpPr txBox="1"/>
          <p:nvPr/>
        </p:nvSpPr>
        <p:spPr>
          <a:xfrm>
            <a:off x="2468880" y="1280160"/>
            <a:ext cx="1143000" cy="384048"/>
          </a:xfrm>
          <a:prstGeom prst="rect">
            <a:avLst/>
          </a:prstGeom>
          <a:noFill/>
        </p:spPr>
        <p:txBody>
          <a:bodyPr wrap="square" lIns="0" tIns="0" rIns="0" bIns="0" anchor="ctr">
            <a:spAutoFit/>
          </a:bodyPr>
          <a:lstStyle/>
          <a:p>
            <a:pPr algn="ctr"/>
            <a:r>
              <a:rPr sz="1000" b="1">
                <a:solidFill>
                  <a:srgbClr val="0A2F24"/>
                </a:solidFill>
              </a:rPr>
              <a:t>Breakers</a:t>
            </a:r>
          </a:p>
        </p:txBody>
      </p:sp>
      <p:sp>
        <p:nvSpPr>
          <p:cNvPr id="9" name="TextBox 8"/>
          <p:cNvSpPr txBox="1"/>
          <p:nvPr/>
        </p:nvSpPr>
        <p:spPr>
          <a:xfrm>
            <a:off x="3685032" y="1280160"/>
            <a:ext cx="1143000" cy="384048"/>
          </a:xfrm>
          <a:prstGeom prst="rect">
            <a:avLst/>
          </a:prstGeom>
          <a:noFill/>
        </p:spPr>
        <p:txBody>
          <a:bodyPr wrap="square" lIns="0" tIns="0" rIns="0" bIns="0" anchor="ctr">
            <a:spAutoFit/>
          </a:bodyPr>
          <a:lstStyle/>
          <a:p>
            <a:pPr algn="ctr"/>
            <a:r>
              <a:rPr sz="1000" b="1">
                <a:solidFill>
                  <a:srgbClr val="0A2F24"/>
                </a:solidFill>
              </a:rPr>
              <a:t>Contactors</a:t>
            </a:r>
          </a:p>
        </p:txBody>
      </p:sp>
      <p:sp>
        <p:nvSpPr>
          <p:cNvPr id="10" name="TextBox 9"/>
          <p:cNvSpPr txBox="1"/>
          <p:nvPr/>
        </p:nvSpPr>
        <p:spPr>
          <a:xfrm>
            <a:off x="457200" y="1719072"/>
            <a:ext cx="2011680" cy="384048"/>
          </a:xfrm>
          <a:prstGeom prst="rect">
            <a:avLst/>
          </a:prstGeom>
          <a:noFill/>
        </p:spPr>
        <p:txBody>
          <a:bodyPr wrap="square" lIns="0" tIns="0" rIns="0" bIns="0" anchor="ctr">
            <a:spAutoFit/>
          </a:bodyPr>
          <a:lstStyle/>
          <a:p>
            <a:pPr algn="l"/>
            <a:r>
              <a:rPr sz="900" b="1">
                <a:solidFill>
                  <a:srgbClr val="0A2F24"/>
                </a:solidFill>
              </a:rPr>
              <a:t>Prompt &amp; fan-out coverage</a:t>
            </a:r>
          </a:p>
          <a:p>
            <a:pPr algn="l"/>
            <a:r>
              <a:rPr sz="700" b="0">
                <a:solidFill>
                  <a:srgbClr val="009530"/>
                </a:solidFill>
              </a:rPr>
              <a:t>Signal: Distributor IQ prompts</a:t>
            </a:r>
          </a:p>
        </p:txBody>
      </p:sp>
      <p:sp>
        <p:nvSpPr>
          <p:cNvPr id="11" name="Rounded Rectangle 10"/>
          <p:cNvSpPr/>
          <p:nvPr/>
        </p:nvSpPr>
        <p:spPr>
          <a:xfrm>
            <a:off x="2468880" y="1719072"/>
            <a:ext cx="1143000" cy="384048"/>
          </a:xfrm>
          <a:prstGeom prst="roundRect">
            <a:avLst>
              <a:gd name="adj" fmla="val 12000"/>
            </a:avLst>
          </a:prstGeom>
          <a:solidFill>
            <a:srgbClr val="FFCE00"/>
          </a:solidFill>
          <a:ln>
            <a:noFill/>
          </a:ln>
        </p:spPr>
        <p:txBody>
          <a:bodyPr wrap="square" lIns="0" tIns="0" rIns="0" bIns="0" rtlCol="0" anchor="ctr"/>
          <a:lstStyle/>
          <a:p>
            <a:pPr algn="ctr"/>
            <a:r>
              <a:rPr sz="900" b="1">
                <a:solidFill>
                  <a:srgbClr val="0A2F24"/>
                </a:solidFill>
              </a:rPr>
              <a:t>Partial</a:t>
            </a:r>
          </a:p>
        </p:txBody>
      </p:sp>
      <p:sp>
        <p:nvSpPr>
          <p:cNvPr id="12" name="Rounded Rectangle 11"/>
          <p:cNvSpPr/>
          <p:nvPr/>
        </p:nvSpPr>
        <p:spPr>
          <a:xfrm>
            <a:off x="3685032" y="1719072"/>
            <a:ext cx="1143000" cy="384048"/>
          </a:xfrm>
          <a:prstGeom prst="roundRect">
            <a:avLst>
              <a:gd name="adj" fmla="val 12000"/>
            </a:avLst>
          </a:prstGeom>
          <a:solidFill>
            <a:srgbClr val="FF0050"/>
          </a:solidFill>
          <a:ln>
            <a:noFill/>
          </a:ln>
        </p:spPr>
        <p:txBody>
          <a:bodyPr wrap="square" lIns="0" tIns="0" rIns="0" bIns="0" rtlCol="0" anchor="ctr"/>
          <a:lstStyle/>
          <a:p>
            <a:pPr algn="ctr"/>
            <a:r>
              <a:rPr sz="900" b="1">
                <a:solidFill>
                  <a:srgbClr val="FFFFFF"/>
                </a:solidFill>
              </a:rPr>
              <a:t>Gap</a:t>
            </a:r>
          </a:p>
        </p:txBody>
      </p:sp>
      <p:sp>
        <p:nvSpPr>
          <p:cNvPr id="13" name="TextBox 12"/>
          <p:cNvSpPr txBox="1"/>
          <p:nvPr/>
        </p:nvSpPr>
        <p:spPr>
          <a:xfrm>
            <a:off x="457200" y="2157984"/>
            <a:ext cx="2011680" cy="384048"/>
          </a:xfrm>
          <a:prstGeom prst="rect">
            <a:avLst/>
          </a:prstGeom>
          <a:noFill/>
        </p:spPr>
        <p:txBody>
          <a:bodyPr wrap="square" lIns="0" tIns="0" rIns="0" bIns="0" anchor="ctr">
            <a:spAutoFit/>
          </a:bodyPr>
          <a:lstStyle/>
          <a:p>
            <a:pPr algn="l"/>
            <a:r>
              <a:rPr sz="900" b="1">
                <a:solidFill>
                  <a:srgbClr val="0A2F24"/>
                </a:solidFill>
              </a:rPr>
              <a:t>Spec accuracy &amp; structure</a:t>
            </a:r>
          </a:p>
          <a:p>
            <a:pPr algn="l"/>
            <a:r>
              <a:rPr sz="700" b="0">
                <a:solidFill>
                  <a:srgbClr val="009530"/>
                </a:solidFill>
              </a:rPr>
              <a:t>Signal: Business KB</a:t>
            </a:r>
          </a:p>
        </p:txBody>
      </p:sp>
      <p:sp>
        <p:nvSpPr>
          <p:cNvPr id="14" name="Rounded Rectangle 13"/>
          <p:cNvSpPr/>
          <p:nvPr/>
        </p:nvSpPr>
        <p:spPr>
          <a:xfrm>
            <a:off x="2468880" y="2157984"/>
            <a:ext cx="1143000" cy="384048"/>
          </a:xfrm>
          <a:prstGeom prst="roundRect">
            <a:avLst>
              <a:gd name="adj" fmla="val 12000"/>
            </a:avLst>
          </a:prstGeom>
          <a:solidFill>
            <a:srgbClr val="3DCD58"/>
          </a:solidFill>
          <a:ln>
            <a:noFill/>
          </a:ln>
        </p:spPr>
        <p:txBody>
          <a:bodyPr wrap="square" lIns="0" tIns="0" rIns="0" bIns="0" rtlCol="0" anchor="ctr"/>
          <a:lstStyle/>
          <a:p>
            <a:pPr algn="ctr"/>
            <a:r>
              <a:rPr sz="900" b="1">
                <a:solidFill>
                  <a:srgbClr val="0A2F24"/>
                </a:solidFill>
              </a:rPr>
              <a:t>Strong</a:t>
            </a:r>
          </a:p>
        </p:txBody>
      </p:sp>
      <p:sp>
        <p:nvSpPr>
          <p:cNvPr id="15" name="Rounded Rectangle 14"/>
          <p:cNvSpPr/>
          <p:nvPr/>
        </p:nvSpPr>
        <p:spPr>
          <a:xfrm>
            <a:off x="3685032" y="2157984"/>
            <a:ext cx="1143000" cy="384048"/>
          </a:xfrm>
          <a:prstGeom prst="roundRect">
            <a:avLst>
              <a:gd name="adj" fmla="val 12000"/>
            </a:avLst>
          </a:prstGeom>
          <a:solidFill>
            <a:srgbClr val="FFCE00"/>
          </a:solidFill>
          <a:ln>
            <a:noFill/>
          </a:ln>
        </p:spPr>
        <p:txBody>
          <a:bodyPr wrap="square" lIns="0" tIns="0" rIns="0" bIns="0" rtlCol="0" anchor="ctr"/>
          <a:lstStyle/>
          <a:p>
            <a:pPr algn="ctr"/>
            <a:r>
              <a:rPr sz="900" b="1">
                <a:solidFill>
                  <a:srgbClr val="0A2F24"/>
                </a:solidFill>
              </a:rPr>
              <a:t>Partial</a:t>
            </a:r>
          </a:p>
        </p:txBody>
      </p:sp>
      <p:sp>
        <p:nvSpPr>
          <p:cNvPr id="16" name="TextBox 15"/>
          <p:cNvSpPr txBox="1"/>
          <p:nvPr/>
        </p:nvSpPr>
        <p:spPr>
          <a:xfrm>
            <a:off x="457200" y="2596896"/>
            <a:ext cx="2011680" cy="384048"/>
          </a:xfrm>
          <a:prstGeom prst="rect">
            <a:avLst/>
          </a:prstGeom>
          <a:noFill/>
        </p:spPr>
        <p:txBody>
          <a:bodyPr wrap="square" lIns="0" tIns="0" rIns="0" bIns="0" anchor="ctr">
            <a:spAutoFit/>
          </a:bodyPr>
          <a:lstStyle/>
          <a:p>
            <a:pPr algn="l"/>
            <a:r>
              <a:rPr sz="900" b="1">
                <a:solidFill>
                  <a:srgbClr val="0A2F24"/>
                </a:solidFill>
              </a:rPr>
              <a:t>Selection &amp; comparison</a:t>
            </a:r>
          </a:p>
          <a:p>
            <a:pPr algn="l"/>
            <a:r>
              <a:rPr sz="700" b="0">
                <a:solidFill>
                  <a:srgbClr val="009530"/>
                </a:solidFill>
              </a:rPr>
              <a:t>Signal: Competitor view</a:t>
            </a:r>
          </a:p>
        </p:txBody>
      </p:sp>
      <p:sp>
        <p:nvSpPr>
          <p:cNvPr id="17" name="Rounded Rectangle 16"/>
          <p:cNvSpPr/>
          <p:nvPr/>
        </p:nvSpPr>
        <p:spPr>
          <a:xfrm>
            <a:off x="2468880" y="2596896"/>
            <a:ext cx="1143000" cy="384048"/>
          </a:xfrm>
          <a:prstGeom prst="roundRect">
            <a:avLst>
              <a:gd name="adj" fmla="val 12000"/>
            </a:avLst>
          </a:prstGeom>
          <a:solidFill>
            <a:srgbClr val="FF0050"/>
          </a:solidFill>
          <a:ln>
            <a:noFill/>
          </a:ln>
        </p:spPr>
        <p:txBody>
          <a:bodyPr wrap="square" lIns="0" tIns="0" rIns="0" bIns="0" rtlCol="0" anchor="ctr"/>
          <a:lstStyle/>
          <a:p>
            <a:pPr algn="ctr"/>
            <a:r>
              <a:rPr sz="900" b="1">
                <a:solidFill>
                  <a:srgbClr val="FFFFFF"/>
                </a:solidFill>
              </a:rPr>
              <a:t>Gap</a:t>
            </a:r>
          </a:p>
        </p:txBody>
      </p:sp>
      <p:sp>
        <p:nvSpPr>
          <p:cNvPr id="18" name="Rounded Rectangle 17"/>
          <p:cNvSpPr/>
          <p:nvPr/>
        </p:nvSpPr>
        <p:spPr>
          <a:xfrm>
            <a:off x="3685032" y="2596896"/>
            <a:ext cx="1143000" cy="384048"/>
          </a:xfrm>
          <a:prstGeom prst="roundRect">
            <a:avLst>
              <a:gd name="adj" fmla="val 12000"/>
            </a:avLst>
          </a:prstGeom>
          <a:solidFill>
            <a:srgbClr val="FF0050"/>
          </a:solidFill>
          <a:ln>
            <a:noFill/>
          </a:ln>
        </p:spPr>
        <p:txBody>
          <a:bodyPr wrap="square" lIns="0" tIns="0" rIns="0" bIns="0" rtlCol="0" anchor="ctr"/>
          <a:lstStyle/>
          <a:p>
            <a:pPr algn="ctr"/>
            <a:r>
              <a:rPr sz="900" b="1">
                <a:solidFill>
                  <a:srgbClr val="FFFFFF"/>
                </a:solidFill>
              </a:rPr>
              <a:t>Gap</a:t>
            </a:r>
          </a:p>
        </p:txBody>
      </p:sp>
      <p:sp>
        <p:nvSpPr>
          <p:cNvPr id="19" name="TextBox 18"/>
          <p:cNvSpPr txBox="1"/>
          <p:nvPr/>
        </p:nvSpPr>
        <p:spPr>
          <a:xfrm>
            <a:off x="457200" y="3035808"/>
            <a:ext cx="2011680" cy="384048"/>
          </a:xfrm>
          <a:prstGeom prst="rect">
            <a:avLst/>
          </a:prstGeom>
          <a:noFill/>
        </p:spPr>
        <p:txBody>
          <a:bodyPr wrap="square" lIns="0" tIns="0" rIns="0" bIns="0" anchor="ctr">
            <a:spAutoFit/>
          </a:bodyPr>
          <a:lstStyle/>
          <a:p>
            <a:pPr algn="l"/>
            <a:r>
              <a:rPr sz="900" b="1">
                <a:solidFill>
                  <a:srgbClr val="0A2F24"/>
                </a:solidFill>
              </a:rPr>
              <a:t>FAQ &amp; how-to depth</a:t>
            </a:r>
          </a:p>
          <a:p>
            <a:pPr algn="l"/>
            <a:r>
              <a:rPr sz="700" b="0">
                <a:solidFill>
                  <a:srgbClr val="009530"/>
                </a:solidFill>
              </a:rPr>
              <a:t>Signal: Page health crawl</a:t>
            </a:r>
          </a:p>
        </p:txBody>
      </p:sp>
      <p:sp>
        <p:nvSpPr>
          <p:cNvPr id="20" name="Rounded Rectangle 19"/>
          <p:cNvSpPr/>
          <p:nvPr/>
        </p:nvSpPr>
        <p:spPr>
          <a:xfrm>
            <a:off x="2468880" y="3035808"/>
            <a:ext cx="1143000" cy="384048"/>
          </a:xfrm>
          <a:prstGeom prst="roundRect">
            <a:avLst>
              <a:gd name="adj" fmla="val 12000"/>
            </a:avLst>
          </a:prstGeom>
          <a:solidFill>
            <a:srgbClr val="FFCE00"/>
          </a:solidFill>
          <a:ln>
            <a:noFill/>
          </a:ln>
        </p:spPr>
        <p:txBody>
          <a:bodyPr wrap="square" lIns="0" tIns="0" rIns="0" bIns="0" rtlCol="0" anchor="ctr"/>
          <a:lstStyle/>
          <a:p>
            <a:pPr algn="ctr"/>
            <a:r>
              <a:rPr sz="900" b="1">
                <a:solidFill>
                  <a:srgbClr val="0A2F24"/>
                </a:solidFill>
              </a:rPr>
              <a:t>Partial</a:t>
            </a:r>
          </a:p>
        </p:txBody>
      </p:sp>
      <p:sp>
        <p:nvSpPr>
          <p:cNvPr id="21" name="Rounded Rectangle 20"/>
          <p:cNvSpPr/>
          <p:nvPr/>
        </p:nvSpPr>
        <p:spPr>
          <a:xfrm>
            <a:off x="3685032" y="3035808"/>
            <a:ext cx="1143000" cy="384048"/>
          </a:xfrm>
          <a:prstGeom prst="roundRect">
            <a:avLst>
              <a:gd name="adj" fmla="val 12000"/>
            </a:avLst>
          </a:prstGeom>
          <a:solidFill>
            <a:srgbClr val="FF0050"/>
          </a:solidFill>
          <a:ln>
            <a:noFill/>
          </a:ln>
        </p:spPr>
        <p:txBody>
          <a:bodyPr wrap="square" lIns="0" tIns="0" rIns="0" bIns="0" rtlCol="0" anchor="ctr"/>
          <a:lstStyle/>
          <a:p>
            <a:pPr algn="ctr"/>
            <a:r>
              <a:rPr sz="900" b="1">
                <a:solidFill>
                  <a:srgbClr val="FFFFFF"/>
                </a:solidFill>
              </a:rPr>
              <a:t>Gap</a:t>
            </a:r>
          </a:p>
        </p:txBody>
      </p:sp>
      <p:sp>
        <p:nvSpPr>
          <p:cNvPr id="22" name="TextBox 21"/>
          <p:cNvSpPr txBox="1"/>
          <p:nvPr/>
        </p:nvSpPr>
        <p:spPr>
          <a:xfrm>
            <a:off x="457200" y="3474720"/>
            <a:ext cx="2011680" cy="384048"/>
          </a:xfrm>
          <a:prstGeom prst="rect">
            <a:avLst/>
          </a:prstGeom>
          <a:noFill/>
        </p:spPr>
        <p:txBody>
          <a:bodyPr wrap="square" lIns="0" tIns="0" rIns="0" bIns="0" anchor="ctr">
            <a:spAutoFit/>
          </a:bodyPr>
          <a:lstStyle/>
          <a:p>
            <a:pPr algn="l"/>
            <a:r>
              <a:rPr sz="900" b="1">
                <a:solidFill>
                  <a:srgbClr val="0A2F24"/>
                </a:solidFill>
              </a:rPr>
              <a:t>Citation health</a:t>
            </a:r>
          </a:p>
          <a:p>
            <a:pPr algn="l"/>
            <a:r>
              <a:rPr sz="700" b="0">
                <a:solidFill>
                  <a:srgbClr val="009530"/>
                </a:solidFill>
              </a:rPr>
              <a:t>Signal: Citation tracker</a:t>
            </a:r>
          </a:p>
        </p:txBody>
      </p:sp>
      <p:sp>
        <p:nvSpPr>
          <p:cNvPr id="23" name="Rounded Rectangle 22"/>
          <p:cNvSpPr/>
          <p:nvPr/>
        </p:nvSpPr>
        <p:spPr>
          <a:xfrm>
            <a:off x="2468880" y="3474720"/>
            <a:ext cx="1143000" cy="384048"/>
          </a:xfrm>
          <a:prstGeom prst="roundRect">
            <a:avLst>
              <a:gd name="adj" fmla="val 12000"/>
            </a:avLst>
          </a:prstGeom>
          <a:solidFill>
            <a:srgbClr val="FFCE00"/>
          </a:solidFill>
          <a:ln>
            <a:noFill/>
          </a:ln>
        </p:spPr>
        <p:txBody>
          <a:bodyPr wrap="square" lIns="0" tIns="0" rIns="0" bIns="0" rtlCol="0" anchor="ctr"/>
          <a:lstStyle/>
          <a:p>
            <a:pPr algn="ctr"/>
            <a:r>
              <a:rPr sz="900" b="1">
                <a:solidFill>
                  <a:srgbClr val="0A2F24"/>
                </a:solidFill>
              </a:rPr>
              <a:t>Partial</a:t>
            </a:r>
          </a:p>
        </p:txBody>
      </p:sp>
      <p:sp>
        <p:nvSpPr>
          <p:cNvPr id="24" name="Rounded Rectangle 23"/>
          <p:cNvSpPr/>
          <p:nvPr/>
        </p:nvSpPr>
        <p:spPr>
          <a:xfrm>
            <a:off x="3685032" y="3474720"/>
            <a:ext cx="1143000" cy="384048"/>
          </a:xfrm>
          <a:prstGeom prst="roundRect">
            <a:avLst>
              <a:gd name="adj" fmla="val 12000"/>
            </a:avLst>
          </a:prstGeom>
          <a:solidFill>
            <a:srgbClr val="FFCE00"/>
          </a:solidFill>
          <a:ln>
            <a:noFill/>
          </a:ln>
        </p:spPr>
        <p:txBody>
          <a:bodyPr wrap="square" lIns="0" tIns="0" rIns="0" bIns="0" rtlCol="0" anchor="ctr"/>
          <a:lstStyle/>
          <a:p>
            <a:pPr algn="ctr"/>
            <a:r>
              <a:rPr sz="900" b="1">
                <a:solidFill>
                  <a:srgbClr val="0A2F24"/>
                </a:solidFill>
              </a:rPr>
              <a:t>Partial</a:t>
            </a:r>
          </a:p>
        </p:txBody>
      </p:sp>
      <p:sp>
        <p:nvSpPr>
          <p:cNvPr id="25" name="TextBox 24"/>
          <p:cNvSpPr txBox="1"/>
          <p:nvPr/>
        </p:nvSpPr>
        <p:spPr>
          <a:xfrm>
            <a:off x="457200" y="3913631"/>
            <a:ext cx="2011680" cy="384048"/>
          </a:xfrm>
          <a:prstGeom prst="rect">
            <a:avLst/>
          </a:prstGeom>
          <a:noFill/>
        </p:spPr>
        <p:txBody>
          <a:bodyPr wrap="square" lIns="0" tIns="0" rIns="0" bIns="0" anchor="ctr">
            <a:spAutoFit/>
          </a:bodyPr>
          <a:lstStyle/>
          <a:p>
            <a:pPr algn="l"/>
            <a:r>
              <a:rPr sz="900" b="1">
                <a:solidFill>
                  <a:srgbClr val="0A2F24"/>
                </a:solidFill>
              </a:rPr>
              <a:t>Freshness &amp; consistency</a:t>
            </a:r>
          </a:p>
          <a:p>
            <a:pPr algn="l"/>
            <a:r>
              <a:rPr sz="700" b="0">
                <a:solidFill>
                  <a:srgbClr val="009530"/>
                </a:solidFill>
              </a:rPr>
              <a:t>Signal: Business KB</a:t>
            </a:r>
          </a:p>
        </p:txBody>
      </p:sp>
      <p:sp>
        <p:nvSpPr>
          <p:cNvPr id="26" name="Rounded Rectangle 25"/>
          <p:cNvSpPr/>
          <p:nvPr/>
        </p:nvSpPr>
        <p:spPr>
          <a:xfrm>
            <a:off x="2468880" y="3913631"/>
            <a:ext cx="1143000" cy="384048"/>
          </a:xfrm>
          <a:prstGeom prst="roundRect">
            <a:avLst>
              <a:gd name="adj" fmla="val 12000"/>
            </a:avLst>
          </a:prstGeom>
          <a:solidFill>
            <a:srgbClr val="3DCD58"/>
          </a:solidFill>
          <a:ln>
            <a:noFill/>
          </a:ln>
        </p:spPr>
        <p:txBody>
          <a:bodyPr wrap="square" lIns="0" tIns="0" rIns="0" bIns="0" rtlCol="0" anchor="ctr"/>
          <a:lstStyle/>
          <a:p>
            <a:pPr algn="ctr"/>
            <a:r>
              <a:rPr sz="900" b="1">
                <a:solidFill>
                  <a:srgbClr val="0A2F24"/>
                </a:solidFill>
              </a:rPr>
              <a:t>Strong</a:t>
            </a:r>
          </a:p>
        </p:txBody>
      </p:sp>
      <p:sp>
        <p:nvSpPr>
          <p:cNvPr id="27" name="Rounded Rectangle 26"/>
          <p:cNvSpPr/>
          <p:nvPr/>
        </p:nvSpPr>
        <p:spPr>
          <a:xfrm>
            <a:off x="3685032" y="3913631"/>
            <a:ext cx="1143000" cy="384048"/>
          </a:xfrm>
          <a:prstGeom prst="roundRect">
            <a:avLst>
              <a:gd name="adj" fmla="val 12000"/>
            </a:avLst>
          </a:prstGeom>
          <a:solidFill>
            <a:srgbClr val="FFCE00"/>
          </a:solidFill>
          <a:ln>
            <a:noFill/>
          </a:ln>
        </p:spPr>
        <p:txBody>
          <a:bodyPr wrap="square" lIns="0" tIns="0" rIns="0" bIns="0" rtlCol="0" anchor="ctr"/>
          <a:lstStyle/>
          <a:p>
            <a:pPr algn="ctr"/>
            <a:r>
              <a:rPr sz="900" b="1">
                <a:solidFill>
                  <a:srgbClr val="0A2F24"/>
                </a:solidFill>
              </a:rPr>
              <a:t>Partial</a:t>
            </a:r>
          </a:p>
        </p:txBody>
      </p:sp>
      <p:sp>
        <p:nvSpPr>
          <p:cNvPr id="28" name="TextBox 27"/>
          <p:cNvSpPr txBox="1"/>
          <p:nvPr/>
        </p:nvSpPr>
        <p:spPr>
          <a:xfrm>
            <a:off x="457200" y="4389120"/>
            <a:ext cx="4389120" cy="201168"/>
          </a:xfrm>
          <a:prstGeom prst="rect">
            <a:avLst/>
          </a:prstGeom>
          <a:noFill/>
        </p:spPr>
        <p:txBody>
          <a:bodyPr wrap="square" lIns="0" tIns="0" rIns="0" bIns="0" anchor="t">
            <a:spAutoFit/>
          </a:bodyPr>
          <a:lstStyle/>
          <a:p>
            <a:pPr algn="l"/>
            <a:r>
              <a:rPr sz="800" b="0" i="1">
                <a:solidFill>
                  <a:srgbClr val="4E6B61"/>
                </a:solidFill>
              </a:rPr>
              <a:t>Priority = gap severity × prompt volume × distributor relevance</a:t>
            </a:r>
          </a:p>
        </p:txBody>
      </p:sp>
      <p:sp>
        <p:nvSpPr>
          <p:cNvPr id="29" name="Breakers · top suggested content"/>
          <p:cNvSpPr/>
          <p:nvPr/>
        </p:nvSpPr>
        <p:spPr>
          <a:xfrm>
            <a:off x="5074920" y="1280160"/>
            <a:ext cx="3611880" cy="1463040"/>
          </a:xfrm>
          <a:prstGeom prst="roundRect">
            <a:avLst>
              <a:gd name="adj" fmla="val 6000"/>
            </a:avLst>
          </a:prstGeom>
          <a:solidFill>
            <a:srgbClr val="E7FFD9"/>
          </a:solidFill>
          <a:ln>
            <a:noFill/>
          </a:ln>
        </p:spPr>
        <p:txBody>
          <a:bodyPr rtlCol="0" anchor="ctr"/>
          <a:lstStyle/>
          <a:p>
            <a:pPr algn="ctr"/>
            <a:endParaRPr/>
          </a:p>
        </p:txBody>
      </p:sp>
      <p:sp>
        <p:nvSpPr>
          <p:cNvPr id="30" name="TextBox 29"/>
          <p:cNvSpPr txBox="1"/>
          <p:nvPr/>
        </p:nvSpPr>
        <p:spPr>
          <a:xfrm>
            <a:off x="5239512" y="1389888"/>
            <a:ext cx="3291840" cy="256032"/>
          </a:xfrm>
          <a:prstGeom prst="rect">
            <a:avLst/>
          </a:prstGeom>
          <a:noFill/>
        </p:spPr>
        <p:txBody>
          <a:bodyPr wrap="square" lIns="0" tIns="0" rIns="0" bIns="0" anchor="t">
            <a:spAutoFit/>
          </a:bodyPr>
          <a:lstStyle/>
          <a:p>
            <a:pPr algn="l"/>
            <a:r>
              <a:rPr sz="1000" b="1">
                <a:solidFill>
                  <a:srgbClr val="009530"/>
                </a:solidFill>
              </a:rPr>
              <a:t>Breakers · top suggested content</a:t>
            </a:r>
          </a:p>
        </p:txBody>
      </p:sp>
      <p:sp>
        <p:nvSpPr>
          <p:cNvPr id="31" name="TextBox 30"/>
          <p:cNvSpPr txBox="1"/>
          <p:nvPr/>
        </p:nvSpPr>
        <p:spPr>
          <a:xfrm>
            <a:off x="5239512" y="1691639"/>
            <a:ext cx="3291840" cy="1005840"/>
          </a:xfrm>
          <a:prstGeom prst="rect">
            <a:avLst/>
          </a:prstGeom>
          <a:noFill/>
        </p:spPr>
        <p:txBody>
          <a:bodyPr wrap="square" lIns="0" tIns="0" rIns="0" bIns="0" anchor="t">
            <a:spAutoFit/>
          </a:bodyPr>
          <a:lstStyle/>
          <a:p>
            <a:pPr marL="146304" indent="-146304" algn="l">
              <a:spcAft>
                <a:spcPts val="300"/>
              </a:spcAft>
              <a:buClr>
                <a:srgbClr val="009530"/>
              </a:buClr>
              <a:buFont typeface="Arial"/>
              <a:buChar char="•"/>
            </a:pPr>
            <a:r>
              <a:rPr sz="900" b="0">
                <a:solidFill>
                  <a:srgbClr val="0A2F24"/>
                </a:solidFill>
              </a:rPr>
              <a:t>Application-based selection guide (residential, commercial, industrial)</a:t>
            </a:r>
          </a:p>
          <a:p>
            <a:pPr marL="146304" indent="-146304" algn="l">
              <a:spcAft>
                <a:spcPts val="300"/>
              </a:spcAft>
              <a:buClr>
                <a:srgbClr val="009530"/>
              </a:buClr>
              <a:buFont typeface="Arial"/>
              <a:buChar char="•"/>
            </a:pPr>
            <a:r>
              <a:rPr sz="900" b="0">
                <a:solidFill>
                  <a:srgbClr val="0A2F24"/>
                </a:solidFill>
              </a:rPr>
              <a:t>Trip-curve and breaking-capacity comparison table</a:t>
            </a:r>
          </a:p>
          <a:p>
            <a:pPr marL="146304" indent="-146304" algn="l">
              <a:spcAft>
                <a:spcPts val="300"/>
              </a:spcAft>
              <a:buClr>
                <a:srgbClr val="009530"/>
              </a:buClr>
              <a:buFont typeface="Arial"/>
              <a:buChar char="•"/>
            </a:pPr>
            <a:r>
              <a:rPr sz="900" b="0">
                <a:solidFill>
                  <a:srgbClr val="0A2F24"/>
                </a:solidFill>
              </a:rPr>
              <a:t>FAQ for fan-out prompts, e.g. “which breaker for an EV charger?”</a:t>
            </a:r>
          </a:p>
        </p:txBody>
      </p:sp>
      <p:sp>
        <p:nvSpPr>
          <p:cNvPr id="32" name="Contactors · top suggested content"/>
          <p:cNvSpPr/>
          <p:nvPr/>
        </p:nvSpPr>
        <p:spPr>
          <a:xfrm>
            <a:off x="5074920" y="2880360"/>
            <a:ext cx="3611880" cy="1463040"/>
          </a:xfrm>
          <a:prstGeom prst="roundRect">
            <a:avLst>
              <a:gd name="adj" fmla="val 6000"/>
            </a:avLst>
          </a:prstGeom>
          <a:solidFill>
            <a:srgbClr val="E7FFD9"/>
          </a:solidFill>
          <a:ln>
            <a:noFill/>
          </a:ln>
        </p:spPr>
        <p:txBody>
          <a:bodyPr rtlCol="0" anchor="ctr"/>
          <a:lstStyle/>
          <a:p>
            <a:pPr algn="ctr"/>
            <a:endParaRPr/>
          </a:p>
        </p:txBody>
      </p:sp>
      <p:sp>
        <p:nvSpPr>
          <p:cNvPr id="33" name="TextBox 32"/>
          <p:cNvSpPr txBox="1"/>
          <p:nvPr/>
        </p:nvSpPr>
        <p:spPr>
          <a:xfrm>
            <a:off x="5239512" y="2990088"/>
            <a:ext cx="3291840" cy="256032"/>
          </a:xfrm>
          <a:prstGeom prst="rect">
            <a:avLst/>
          </a:prstGeom>
          <a:noFill/>
        </p:spPr>
        <p:txBody>
          <a:bodyPr wrap="square" lIns="0" tIns="0" rIns="0" bIns="0" anchor="t">
            <a:spAutoFit/>
          </a:bodyPr>
          <a:lstStyle/>
          <a:p>
            <a:pPr algn="l"/>
            <a:r>
              <a:rPr sz="1000" b="1">
                <a:solidFill>
                  <a:srgbClr val="009530"/>
                </a:solidFill>
              </a:rPr>
              <a:t>Contactors · top suggested content</a:t>
            </a:r>
          </a:p>
        </p:txBody>
      </p:sp>
      <p:sp>
        <p:nvSpPr>
          <p:cNvPr id="34" name="TextBox 33"/>
          <p:cNvSpPr txBox="1"/>
          <p:nvPr/>
        </p:nvSpPr>
        <p:spPr>
          <a:xfrm>
            <a:off x="5239512" y="3291840"/>
            <a:ext cx="3291840" cy="1005840"/>
          </a:xfrm>
          <a:prstGeom prst="rect">
            <a:avLst/>
          </a:prstGeom>
          <a:noFill/>
        </p:spPr>
        <p:txBody>
          <a:bodyPr wrap="square" lIns="0" tIns="0" rIns="0" bIns="0" anchor="t">
            <a:spAutoFit/>
          </a:bodyPr>
          <a:lstStyle/>
          <a:p>
            <a:pPr marL="146304" indent="-146304" algn="l">
              <a:spcAft>
                <a:spcPts val="300"/>
              </a:spcAft>
              <a:buClr>
                <a:srgbClr val="009530"/>
              </a:buClr>
              <a:buFont typeface="Arial"/>
              <a:buChar char="•"/>
            </a:pPr>
            <a:r>
              <a:rPr sz="900" b="0">
                <a:solidFill>
                  <a:srgbClr val="0A2F24"/>
                </a:solidFill>
              </a:rPr>
              <a:t>Sizing guide: motor power to utilisation-category rating</a:t>
            </a:r>
          </a:p>
          <a:p>
            <a:pPr marL="146304" indent="-146304" algn="l">
              <a:spcAft>
                <a:spcPts val="300"/>
              </a:spcAft>
              <a:buClr>
                <a:srgbClr val="009530"/>
              </a:buClr>
              <a:buFont typeface="Arial"/>
              <a:buChar char="•"/>
            </a:pPr>
            <a:r>
              <a:rPr sz="900" b="0">
                <a:solidFill>
                  <a:srgbClr val="0A2F24"/>
                </a:solidFill>
              </a:rPr>
              <a:t>Coil voltage and accessory compatibility FAQ</a:t>
            </a:r>
          </a:p>
          <a:p>
            <a:pPr marL="146304" indent="-146304" algn="l">
              <a:spcAft>
                <a:spcPts val="300"/>
              </a:spcAft>
              <a:buClr>
                <a:srgbClr val="009530"/>
              </a:buClr>
              <a:buFont typeface="Arial"/>
              <a:buChar char="•"/>
            </a:pPr>
            <a:r>
              <a:rPr sz="900" b="0">
                <a:solidFill>
                  <a:srgbClr val="0A2F24"/>
                </a:solidFill>
              </a:rPr>
              <a:t>Cross-reference page vs. common alternative ranges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knowledge base, tailored for every distributor</a:t>
            </a:r>
          </a:p>
        </p:txBody>
      </p:sp>
      <p:sp>
        <p:nvSpPr>
          <p:cNvPr id="4" name="Footer Placeholder 3">
            <a:extLst>
              <a:ext uri="{FF2B5EF4-FFF2-40B4-BE49-F238E27FC236}">
                <a16:creationId xmlns:a16="http://schemas.microsoft.com/office/drawing/2014/main" id="{3B0F765E-30F6-26F7-ADFF-0152A9E58D76}"/>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F1ADC48C-9F81-3268-D7E5-98A40DBB42B8}"/>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10</a:t>
            </a:fld>
            <a:endParaRPr lang="en-US"/>
          </a:p>
        </p:txBody>
      </p:sp>
      <p:sp>
        <p:nvSpPr>
          <p:cNvPr id="6" name="Subtitle"/>
          <p:cNvSpPr txBox="1"/>
          <p:nvPr/>
        </p:nvSpPr>
        <p:spPr>
          <a:xfrm>
            <a:off x="457200" y="786384"/>
            <a:ext cx="8229600" cy="274320"/>
          </a:xfrm>
          <a:prstGeom prst="rect">
            <a:avLst/>
          </a:prstGeom>
          <a:noFill/>
        </p:spPr>
        <p:txBody>
          <a:bodyPr wrap="square" lIns="0" tIns="0" rIns="0" bIns="0" anchor="t">
            <a:spAutoFit/>
          </a:bodyPr>
          <a:lstStyle/>
          <a:p>
            <a:pPr algn="l"/>
            <a:r>
              <a:rPr sz="1100" b="0">
                <a:solidFill>
                  <a:srgbClr val="4E6B61"/>
                </a:solidFill>
              </a:rPr>
              <a:t>Facts come only from the KB; tailoring changes emphasis, structure and local offer, never the specs</a:t>
            </a:r>
          </a:p>
        </p:txBody>
      </p:sp>
      <p:sp>
        <p:nvSpPr>
          <p:cNvPr id="7" name="TextBox 6"/>
          <p:cNvSpPr txBox="1"/>
          <p:nvPr/>
        </p:nvSpPr>
        <p:spPr>
          <a:xfrm>
            <a:off x="457200" y="1216152"/>
            <a:ext cx="3657600" cy="228600"/>
          </a:xfrm>
          <a:prstGeom prst="rect">
            <a:avLst/>
          </a:prstGeom>
          <a:noFill/>
        </p:spPr>
        <p:txBody>
          <a:bodyPr wrap="square" lIns="0" tIns="0" rIns="0" bIns="0" anchor="t">
            <a:spAutoFit/>
          </a:bodyPr>
          <a:lstStyle/>
          <a:p>
            <a:pPr algn="l"/>
            <a:r>
              <a:rPr sz="800" b="1">
                <a:solidFill>
                  <a:srgbClr val="009530"/>
                </a:solidFill>
              </a:rPr>
              <a:t>BUSINESS KNOWLEDGE BASE</a:t>
            </a:r>
          </a:p>
        </p:txBody>
      </p:sp>
      <p:sp>
        <p:nvSpPr>
          <p:cNvPr id="8" name="Distributor IQ signals"/>
          <p:cNvSpPr/>
          <p:nvPr/>
        </p:nvSpPr>
        <p:spPr>
          <a:xfrm>
            <a:off x="457200" y="1481328"/>
            <a:ext cx="3657600" cy="658368"/>
          </a:xfrm>
          <a:prstGeom prst="roundRect">
            <a:avLst>
              <a:gd name="adj" fmla="val 6000"/>
            </a:avLst>
          </a:prstGeom>
          <a:solidFill>
            <a:srgbClr val="E7FFD9"/>
          </a:solidFill>
          <a:ln>
            <a:noFill/>
          </a:ln>
        </p:spPr>
        <p:txBody>
          <a:bodyPr wrap="square" lIns="164592" tIns="164592" rIns="164592" bIns="164592" rtlCol="0" anchor="ctr"/>
          <a:lstStyle/>
          <a:p>
            <a:pPr algn="l">
              <a:spcAft>
                <a:spcPts val="100"/>
              </a:spcAft>
            </a:pPr>
            <a:r>
              <a:rPr sz="1050" b="1">
                <a:solidFill>
                  <a:srgbClr val="0A2F24"/>
                </a:solidFill>
              </a:rPr>
              <a:t>Distributor IQ signals</a:t>
            </a:r>
          </a:p>
          <a:p>
            <a:pPr algn="l"/>
            <a:r>
              <a:rPr sz="850" b="0">
                <a:solidFill>
                  <a:srgbClr val="0A2F24"/>
                </a:solidFill>
              </a:rPr>
              <a:t>Gaps, prompts, competitors, citations</a:t>
            </a:r>
          </a:p>
        </p:txBody>
      </p:sp>
      <p:sp>
        <p:nvSpPr>
          <p:cNvPr id="9" name="Distributor profile"/>
          <p:cNvSpPr/>
          <p:nvPr/>
        </p:nvSpPr>
        <p:spPr>
          <a:xfrm>
            <a:off x="457200" y="2231136"/>
            <a:ext cx="3657600" cy="658368"/>
          </a:xfrm>
          <a:prstGeom prst="roundRect">
            <a:avLst>
              <a:gd name="adj" fmla="val 6000"/>
            </a:avLst>
          </a:prstGeom>
          <a:solidFill>
            <a:srgbClr val="B9F0C4"/>
          </a:solidFill>
          <a:ln>
            <a:noFill/>
          </a:ln>
        </p:spPr>
        <p:txBody>
          <a:bodyPr wrap="square" lIns="164592" tIns="164592" rIns="164592" bIns="164592" rtlCol="0" anchor="ctr"/>
          <a:lstStyle/>
          <a:p>
            <a:pPr algn="l">
              <a:spcAft>
                <a:spcPts val="100"/>
              </a:spcAft>
            </a:pPr>
            <a:r>
              <a:rPr sz="1050" b="1">
                <a:solidFill>
                  <a:srgbClr val="0A2F24"/>
                </a:solidFill>
              </a:rPr>
              <a:t>Distributor profile</a:t>
            </a:r>
          </a:p>
          <a:p>
            <a:pPr algn="l"/>
            <a:r>
              <a:rPr sz="850" b="0">
                <a:solidFill>
                  <a:srgbClr val="0A2F24"/>
                </a:solidFill>
              </a:rPr>
              <a:t>Segments, region, stock and services, tone</a:t>
            </a:r>
          </a:p>
        </p:txBody>
      </p:sp>
      <p:sp>
        <p:nvSpPr>
          <p:cNvPr id="10" name="Category playbooks"/>
          <p:cNvSpPr/>
          <p:nvPr/>
        </p:nvSpPr>
        <p:spPr>
          <a:xfrm>
            <a:off x="457200" y="2980944"/>
            <a:ext cx="3657600" cy="658368"/>
          </a:xfrm>
          <a:prstGeom prst="roundRect">
            <a:avLst>
              <a:gd name="adj" fmla="val 6000"/>
            </a:avLst>
          </a:prstGeom>
          <a:solidFill>
            <a:srgbClr val="3DCD58"/>
          </a:solidFill>
          <a:ln>
            <a:noFill/>
          </a:ln>
        </p:spPr>
        <p:txBody>
          <a:bodyPr wrap="square" lIns="164592" tIns="164592" rIns="164592" bIns="164592" rtlCol="0" anchor="ctr"/>
          <a:lstStyle/>
          <a:p>
            <a:pPr algn="l">
              <a:spcAft>
                <a:spcPts val="100"/>
              </a:spcAft>
            </a:pPr>
            <a:r>
              <a:rPr sz="1050" b="1">
                <a:solidFill>
                  <a:srgbClr val="0A2F24"/>
                </a:solidFill>
              </a:rPr>
              <a:t>Category playbooks</a:t>
            </a:r>
          </a:p>
          <a:p>
            <a:pPr algn="l"/>
            <a:r>
              <a:rPr sz="850" b="0">
                <a:solidFill>
                  <a:srgbClr val="0A2F24"/>
                </a:solidFill>
              </a:rPr>
              <a:t>Selection logic, use cases, approved claims</a:t>
            </a:r>
          </a:p>
        </p:txBody>
      </p:sp>
      <p:sp>
        <p:nvSpPr>
          <p:cNvPr id="11" name="Schneider product truth"/>
          <p:cNvSpPr/>
          <p:nvPr/>
        </p:nvSpPr>
        <p:spPr>
          <a:xfrm>
            <a:off x="457200" y="3730752"/>
            <a:ext cx="3657600" cy="658368"/>
          </a:xfrm>
          <a:prstGeom prst="roundRect">
            <a:avLst>
              <a:gd name="adj" fmla="val 6000"/>
            </a:avLst>
          </a:prstGeom>
          <a:solidFill>
            <a:srgbClr val="0A2F24"/>
          </a:solidFill>
          <a:ln>
            <a:noFill/>
          </a:ln>
        </p:spPr>
        <p:txBody>
          <a:bodyPr wrap="square" lIns="164592" tIns="164592" rIns="164592" bIns="164592" rtlCol="0" anchor="ctr"/>
          <a:lstStyle/>
          <a:p>
            <a:pPr algn="l">
              <a:spcAft>
                <a:spcPts val="100"/>
              </a:spcAft>
            </a:pPr>
            <a:r>
              <a:rPr sz="1050" b="1">
                <a:solidFill>
                  <a:srgbClr val="FFFFFF"/>
                </a:solidFill>
              </a:rPr>
              <a:t>Schneider product truth</a:t>
            </a:r>
          </a:p>
          <a:p>
            <a:pPr algn="l"/>
            <a:r>
              <a:rPr sz="850" b="0">
                <a:solidFill>
                  <a:srgbClr val="FFFFFF"/>
                </a:solidFill>
              </a:rPr>
              <a:t>Specs, standards, datasheets, master data</a:t>
            </a:r>
          </a:p>
        </p:txBody>
      </p:sp>
      <p:cxnSp>
        <p:nvCxnSpPr>
          <p:cNvPr id="12" name="Connector 11"/>
          <p:cNvCxnSpPr/>
          <p:nvPr/>
        </p:nvCxnSpPr>
        <p:spPr>
          <a:xfrm>
            <a:off x="4224528" y="2788920"/>
            <a:ext cx="393192" cy="0"/>
          </a:xfrm>
          <a:prstGeom prst="line">
            <a:avLst/>
          </a:prstGeom>
          <a:ln w="25400">
            <a:solidFill>
              <a:srgbClr val="0095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754880" y="1216152"/>
            <a:ext cx="3931920" cy="228600"/>
          </a:xfrm>
          <a:prstGeom prst="rect">
            <a:avLst/>
          </a:prstGeom>
          <a:noFill/>
        </p:spPr>
        <p:txBody>
          <a:bodyPr wrap="square" lIns="0" tIns="0" rIns="0" bIns="0" anchor="t">
            <a:spAutoFit/>
          </a:bodyPr>
          <a:lstStyle/>
          <a:p>
            <a:pPr algn="l"/>
            <a:r>
              <a:rPr sz="800" b="1">
                <a:solidFill>
                  <a:srgbClr val="009530"/>
                </a:solidFill>
              </a:rPr>
              <a:t>SAME PRODUCT, TWO DISTRIBUTOR PAGES</a:t>
            </a:r>
          </a:p>
        </p:txBody>
      </p:sp>
      <p:sp>
        <p:nvSpPr>
          <p:cNvPr id="14" name="Rounded Rectangle 13"/>
          <p:cNvSpPr/>
          <p:nvPr/>
        </p:nvSpPr>
        <p:spPr>
          <a:xfrm>
            <a:off x="4754880" y="1481328"/>
            <a:ext cx="3931920" cy="329184"/>
          </a:xfrm>
          <a:prstGeom prst="roundRect">
            <a:avLst>
              <a:gd name="adj" fmla="val 50000"/>
            </a:avLst>
          </a:prstGeom>
          <a:solidFill>
            <a:srgbClr val="0A2F24"/>
          </a:solidFill>
          <a:ln>
            <a:noFill/>
          </a:ln>
        </p:spPr>
        <p:txBody>
          <a:bodyPr wrap="square" lIns="18288" tIns="18288" rIns="18288" bIns="18288" rtlCol="0" anchor="ctr"/>
          <a:lstStyle/>
          <a:p>
            <a:pPr algn="ctr"/>
            <a:r>
              <a:rPr sz="900" b="1">
                <a:solidFill>
                  <a:srgbClr val="FFFFFF"/>
                </a:solidFill>
              </a:rPr>
              <a:t>Product: miniature circuit breaker range</a:t>
            </a:r>
          </a:p>
        </p:txBody>
      </p:sp>
      <p:sp>
        <p:nvSpPr>
          <p:cNvPr id="15" name="Distributor A"/>
          <p:cNvSpPr/>
          <p:nvPr/>
        </p:nvSpPr>
        <p:spPr>
          <a:xfrm>
            <a:off x="4754880" y="1965960"/>
            <a:ext cx="1920240" cy="2423160"/>
          </a:xfrm>
          <a:prstGeom prst="roundRect">
            <a:avLst>
              <a:gd name="adj" fmla="val 6000"/>
            </a:avLst>
          </a:prstGeom>
          <a:solidFill>
            <a:srgbClr val="FFFFFF"/>
          </a:solidFill>
          <a:ln w="9525">
            <a:solidFill>
              <a:srgbClr val="CFE3D6"/>
            </a:solidFill>
          </a:ln>
        </p:spPr>
        <p:txBody>
          <a:bodyPr rtlCol="0" anchor="ctr"/>
          <a:lstStyle/>
          <a:p>
            <a:pPr algn="ctr"/>
            <a:endParaRPr/>
          </a:p>
        </p:txBody>
      </p:sp>
      <p:sp>
        <p:nvSpPr>
          <p:cNvPr id="16" name="TextBox 15"/>
          <p:cNvSpPr txBox="1"/>
          <p:nvPr/>
        </p:nvSpPr>
        <p:spPr>
          <a:xfrm>
            <a:off x="4892040" y="2075688"/>
            <a:ext cx="1645920" cy="256032"/>
          </a:xfrm>
          <a:prstGeom prst="rect">
            <a:avLst/>
          </a:prstGeom>
          <a:noFill/>
        </p:spPr>
        <p:txBody>
          <a:bodyPr wrap="square" lIns="0" tIns="0" rIns="0" bIns="0" anchor="t">
            <a:spAutoFit/>
          </a:bodyPr>
          <a:lstStyle/>
          <a:p>
            <a:pPr algn="l"/>
            <a:r>
              <a:rPr sz="1050" b="1">
                <a:solidFill>
                  <a:srgbClr val="0A2F24"/>
                </a:solidFill>
              </a:rPr>
              <a:t>Distributor A</a:t>
            </a:r>
          </a:p>
        </p:txBody>
      </p:sp>
      <p:sp>
        <p:nvSpPr>
          <p:cNvPr id="17" name="TextBox 16"/>
          <p:cNvSpPr txBox="1"/>
          <p:nvPr/>
        </p:nvSpPr>
        <p:spPr>
          <a:xfrm>
            <a:off x="4892040" y="2331720"/>
            <a:ext cx="1645920" cy="228600"/>
          </a:xfrm>
          <a:prstGeom prst="rect">
            <a:avLst/>
          </a:prstGeom>
          <a:noFill/>
        </p:spPr>
        <p:txBody>
          <a:bodyPr wrap="square" lIns="0" tIns="0" rIns="0" bIns="0" anchor="t">
            <a:spAutoFit/>
          </a:bodyPr>
          <a:lstStyle/>
          <a:p>
            <a:pPr algn="l"/>
            <a:r>
              <a:rPr sz="850" b="1">
                <a:solidFill>
                  <a:srgbClr val="009530"/>
                </a:solidFill>
              </a:rPr>
              <a:t>Industrial &amp; panel builders</a:t>
            </a:r>
          </a:p>
        </p:txBody>
      </p:sp>
      <p:sp>
        <p:nvSpPr>
          <p:cNvPr id="18" name="TextBox 17"/>
          <p:cNvSpPr txBox="1"/>
          <p:nvPr/>
        </p:nvSpPr>
        <p:spPr>
          <a:xfrm>
            <a:off x="4892040" y="2697480"/>
            <a:ext cx="1691640" cy="1600200"/>
          </a:xfrm>
          <a:prstGeom prst="rect">
            <a:avLst/>
          </a:prstGeom>
          <a:noFill/>
        </p:spPr>
        <p:txBody>
          <a:bodyPr wrap="square" lIns="0" tIns="0" rIns="0" bIns="0" anchor="t">
            <a:spAutoFit/>
          </a:bodyPr>
          <a:lstStyle/>
          <a:p>
            <a:pPr marL="146304" indent="-146304" algn="l">
              <a:spcAft>
                <a:spcPts val="400"/>
              </a:spcAft>
              <a:buClr>
                <a:srgbClr val="009530"/>
              </a:buClr>
              <a:buFont typeface="Arial"/>
              <a:buChar char="•"/>
            </a:pPr>
            <a:r>
              <a:rPr sz="900" b="0">
                <a:solidFill>
                  <a:srgbClr val="0A2F24"/>
                </a:solidFill>
              </a:rPr>
              <a:t>Breaking capacity and selectivity tables</a:t>
            </a:r>
          </a:p>
          <a:p>
            <a:pPr marL="146304" indent="-146304" algn="l">
              <a:spcAft>
                <a:spcPts val="400"/>
              </a:spcAft>
              <a:buClr>
                <a:srgbClr val="009530"/>
              </a:buClr>
              <a:buFont typeface="Arial"/>
              <a:buChar char="•"/>
            </a:pPr>
            <a:r>
              <a:rPr sz="900" b="0">
                <a:solidFill>
                  <a:srgbClr val="0A2F24"/>
                </a:solidFill>
              </a:rPr>
              <a:t>DIN-rail accessories and auxiliaries</a:t>
            </a:r>
          </a:p>
          <a:p>
            <a:pPr marL="146304" indent="-146304" algn="l">
              <a:spcAft>
                <a:spcPts val="400"/>
              </a:spcAft>
              <a:buClr>
                <a:srgbClr val="009530"/>
              </a:buClr>
              <a:buFont typeface="Arial"/>
              <a:buChar char="•"/>
            </a:pPr>
            <a:r>
              <a:rPr sz="900" b="0">
                <a:solidFill>
                  <a:srgbClr val="0A2F24"/>
                </a:solidFill>
              </a:rPr>
              <a:t>Bulk availability, project quotes</a:t>
            </a:r>
          </a:p>
        </p:txBody>
      </p:sp>
      <p:sp>
        <p:nvSpPr>
          <p:cNvPr id="19" name="Distributor B"/>
          <p:cNvSpPr/>
          <p:nvPr/>
        </p:nvSpPr>
        <p:spPr>
          <a:xfrm>
            <a:off x="6766560" y="1965960"/>
            <a:ext cx="1920240" cy="2423160"/>
          </a:xfrm>
          <a:prstGeom prst="roundRect">
            <a:avLst>
              <a:gd name="adj" fmla="val 6000"/>
            </a:avLst>
          </a:prstGeom>
          <a:solidFill>
            <a:srgbClr val="FFFFFF"/>
          </a:solidFill>
          <a:ln w="9525">
            <a:solidFill>
              <a:srgbClr val="CFE3D6"/>
            </a:solidFill>
          </a:ln>
        </p:spPr>
        <p:txBody>
          <a:bodyPr rtlCol="0" anchor="ctr"/>
          <a:lstStyle/>
          <a:p>
            <a:pPr algn="ctr"/>
            <a:endParaRPr/>
          </a:p>
        </p:txBody>
      </p:sp>
      <p:sp>
        <p:nvSpPr>
          <p:cNvPr id="20" name="TextBox 19"/>
          <p:cNvSpPr txBox="1"/>
          <p:nvPr/>
        </p:nvSpPr>
        <p:spPr>
          <a:xfrm>
            <a:off x="6903720" y="2075688"/>
            <a:ext cx="1645920" cy="256032"/>
          </a:xfrm>
          <a:prstGeom prst="rect">
            <a:avLst/>
          </a:prstGeom>
          <a:noFill/>
        </p:spPr>
        <p:txBody>
          <a:bodyPr wrap="square" lIns="0" tIns="0" rIns="0" bIns="0" anchor="t">
            <a:spAutoFit/>
          </a:bodyPr>
          <a:lstStyle/>
          <a:p>
            <a:pPr algn="l"/>
            <a:r>
              <a:rPr sz="1050" b="1">
                <a:solidFill>
                  <a:srgbClr val="0A2F24"/>
                </a:solidFill>
              </a:rPr>
              <a:t>Distributor B</a:t>
            </a:r>
          </a:p>
        </p:txBody>
      </p:sp>
      <p:sp>
        <p:nvSpPr>
          <p:cNvPr id="21" name="TextBox 20"/>
          <p:cNvSpPr txBox="1"/>
          <p:nvPr/>
        </p:nvSpPr>
        <p:spPr>
          <a:xfrm>
            <a:off x="6903720" y="2331720"/>
            <a:ext cx="1645920" cy="228600"/>
          </a:xfrm>
          <a:prstGeom prst="rect">
            <a:avLst/>
          </a:prstGeom>
          <a:noFill/>
        </p:spPr>
        <p:txBody>
          <a:bodyPr wrap="square" lIns="0" tIns="0" rIns="0" bIns="0" anchor="t">
            <a:spAutoFit/>
          </a:bodyPr>
          <a:lstStyle/>
          <a:p>
            <a:pPr algn="l"/>
            <a:r>
              <a:rPr sz="850" b="1">
                <a:solidFill>
                  <a:srgbClr val="009530"/>
                </a:solidFill>
              </a:rPr>
              <a:t>Residential installers</a:t>
            </a:r>
          </a:p>
        </p:txBody>
      </p:sp>
      <p:sp>
        <p:nvSpPr>
          <p:cNvPr id="22" name="TextBox 21"/>
          <p:cNvSpPr txBox="1"/>
          <p:nvPr/>
        </p:nvSpPr>
        <p:spPr>
          <a:xfrm>
            <a:off x="6903720" y="2697480"/>
            <a:ext cx="1691640" cy="1600200"/>
          </a:xfrm>
          <a:prstGeom prst="rect">
            <a:avLst/>
          </a:prstGeom>
          <a:noFill/>
        </p:spPr>
        <p:txBody>
          <a:bodyPr wrap="square" lIns="0" tIns="0" rIns="0" bIns="0" anchor="t">
            <a:spAutoFit/>
          </a:bodyPr>
          <a:lstStyle/>
          <a:p>
            <a:pPr marL="146304" indent="-146304" algn="l">
              <a:spcAft>
                <a:spcPts val="400"/>
              </a:spcAft>
              <a:buClr>
                <a:srgbClr val="009530"/>
              </a:buClr>
              <a:buFont typeface="Arial"/>
              <a:buChar char="•"/>
            </a:pPr>
            <a:r>
              <a:rPr sz="900" b="0">
                <a:solidFill>
                  <a:srgbClr val="0A2F24"/>
                </a:solidFill>
              </a:rPr>
              <a:t>Which rating for which circuit</a:t>
            </a:r>
          </a:p>
          <a:p>
            <a:pPr marL="146304" indent="-146304" algn="l">
              <a:spcAft>
                <a:spcPts val="400"/>
              </a:spcAft>
              <a:buClr>
                <a:srgbClr val="009530"/>
              </a:buClr>
              <a:buFont typeface="Arial"/>
              <a:buChar char="•"/>
            </a:pPr>
            <a:r>
              <a:rPr sz="900" b="0">
                <a:solidFill>
                  <a:srgbClr val="0A2F24"/>
                </a:solidFill>
              </a:rPr>
              <a:t>Combining with RCD protection</a:t>
            </a:r>
          </a:p>
          <a:p>
            <a:pPr marL="146304" indent="-146304" algn="l">
              <a:spcAft>
                <a:spcPts val="400"/>
              </a:spcAft>
              <a:buClr>
                <a:srgbClr val="009530"/>
              </a:buClr>
              <a:buFont typeface="Arial"/>
              <a:buChar char="•"/>
            </a:pPr>
            <a:r>
              <a:rPr sz="900" b="0">
                <a:solidFill>
                  <a:srgbClr val="0A2F24"/>
                </a:solidFill>
              </a:rPr>
              <a:t>Install tips, same-day pickup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Prerequisites to build it with Claude Code</a:t>
            </a:r>
          </a:p>
        </p:txBody>
      </p:sp>
      <p:sp>
        <p:nvSpPr>
          <p:cNvPr id="4" name="Footer Placeholder 3">
            <a:extLst>
              <a:ext uri="{FF2B5EF4-FFF2-40B4-BE49-F238E27FC236}">
                <a16:creationId xmlns:a16="http://schemas.microsoft.com/office/drawing/2014/main" id="{3B0F765E-30F6-26F7-ADFF-0152A9E58D76}"/>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F1ADC48C-9F81-3268-D7E5-98A40DBB42B8}"/>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11</a:t>
            </a:fld>
            <a:endParaRPr lang="en-US"/>
          </a:p>
        </p:txBody>
      </p:sp>
      <p:sp>
        <p:nvSpPr>
          <p:cNvPr id="6" name="Subtitle"/>
          <p:cNvSpPr txBox="1"/>
          <p:nvPr/>
        </p:nvSpPr>
        <p:spPr>
          <a:xfrm>
            <a:off x="457200" y="786384"/>
            <a:ext cx="8229600" cy="274320"/>
          </a:xfrm>
          <a:prstGeom prst="rect">
            <a:avLst/>
          </a:prstGeom>
          <a:noFill/>
        </p:spPr>
        <p:txBody>
          <a:bodyPr wrap="square" lIns="0" tIns="0" rIns="0" bIns="0" anchor="t">
            <a:spAutoFit/>
          </a:bodyPr>
          <a:lstStyle/>
          <a:p>
            <a:pPr algn="l"/>
            <a:r>
              <a:rPr sz="1100" b="0">
                <a:solidFill>
                  <a:srgbClr val="4E6B61"/>
                </a:solidFill>
              </a:rPr>
              <a:t>Four groups to line up before the V2 build starts</a:t>
            </a:r>
          </a:p>
        </p:txBody>
      </p:sp>
      <p:sp>
        <p:nvSpPr>
          <p:cNvPr id="7" name="Distributor IQ"/>
          <p:cNvSpPr/>
          <p:nvPr/>
        </p:nvSpPr>
        <p:spPr>
          <a:xfrm>
            <a:off x="457200" y="1234440"/>
            <a:ext cx="1920240" cy="3154680"/>
          </a:xfrm>
          <a:prstGeom prst="roundRect">
            <a:avLst>
              <a:gd name="adj" fmla="val 6000"/>
            </a:avLst>
          </a:prstGeom>
          <a:solidFill>
            <a:srgbClr val="0A2F24"/>
          </a:solidFill>
          <a:ln>
            <a:noFill/>
          </a:ln>
        </p:spPr>
        <p:txBody>
          <a:bodyPr rtlCol="0" anchor="ctr"/>
          <a:lstStyle/>
          <a:p>
            <a:pPr algn="ctr"/>
            <a:endParaRPr/>
          </a:p>
        </p:txBody>
      </p:sp>
      <p:sp>
        <p:nvSpPr>
          <p:cNvPr id="8" name="TextBox 7"/>
          <p:cNvSpPr txBox="1"/>
          <p:nvPr/>
        </p:nvSpPr>
        <p:spPr>
          <a:xfrm>
            <a:off x="612648" y="1371600"/>
            <a:ext cx="1645920" cy="228600"/>
          </a:xfrm>
          <a:prstGeom prst="rect">
            <a:avLst/>
          </a:prstGeom>
          <a:noFill/>
        </p:spPr>
        <p:txBody>
          <a:bodyPr wrap="square" lIns="0" tIns="0" rIns="0" bIns="0" anchor="t">
            <a:spAutoFit/>
          </a:bodyPr>
          <a:lstStyle/>
          <a:p>
            <a:pPr algn="l"/>
            <a:r>
              <a:rPr sz="1400" b="1">
                <a:solidFill>
                  <a:srgbClr val="3DCD58"/>
                </a:solidFill>
              </a:rPr>
              <a:t>01</a:t>
            </a:r>
          </a:p>
        </p:txBody>
      </p:sp>
      <p:sp>
        <p:nvSpPr>
          <p:cNvPr id="9" name="TextBox 8"/>
          <p:cNvSpPr txBox="1"/>
          <p:nvPr/>
        </p:nvSpPr>
        <p:spPr>
          <a:xfrm>
            <a:off x="612648" y="1691640"/>
            <a:ext cx="1645920" cy="274320"/>
          </a:xfrm>
          <a:prstGeom prst="rect">
            <a:avLst/>
          </a:prstGeom>
          <a:noFill/>
        </p:spPr>
        <p:txBody>
          <a:bodyPr wrap="square" lIns="0" tIns="0" rIns="0" bIns="0" anchor="t">
            <a:spAutoFit/>
          </a:bodyPr>
          <a:lstStyle/>
          <a:p>
            <a:pPr algn="l"/>
            <a:r>
              <a:rPr sz="1100" b="1">
                <a:solidFill>
                  <a:srgbClr val="FFFFFF"/>
                </a:solidFill>
              </a:rPr>
              <a:t>Distributor IQ</a:t>
            </a:r>
          </a:p>
        </p:txBody>
      </p:sp>
      <p:sp>
        <p:nvSpPr>
          <p:cNvPr id="10" name="Rounded Rectangle 9"/>
          <p:cNvSpPr/>
          <p:nvPr/>
        </p:nvSpPr>
        <p:spPr>
          <a:xfrm>
            <a:off x="612648" y="2011680"/>
            <a:ext cx="1609344" cy="201168"/>
          </a:xfrm>
          <a:prstGeom prst="roundRect">
            <a:avLst>
              <a:gd name="adj" fmla="val 50000"/>
            </a:avLst>
          </a:prstGeom>
          <a:solidFill>
            <a:srgbClr val="3DCD58"/>
          </a:solidFill>
          <a:ln>
            <a:noFill/>
          </a:ln>
        </p:spPr>
        <p:txBody>
          <a:bodyPr wrap="square" lIns="18288" tIns="18288" rIns="18288" bIns="18288" rtlCol="0" anchor="ctr"/>
          <a:lstStyle/>
          <a:p>
            <a:pPr algn="ctr"/>
            <a:r>
              <a:rPr sz="700" b="1">
                <a:solidFill>
                  <a:srgbClr val="0A2F24"/>
                </a:solidFill>
              </a:rPr>
              <a:t>Ask: Sozo / SE admin</a:t>
            </a:r>
          </a:p>
        </p:txBody>
      </p:sp>
      <p:sp>
        <p:nvSpPr>
          <p:cNvPr id="11" name="TextBox 10"/>
          <p:cNvSpPr txBox="1"/>
          <p:nvPr/>
        </p:nvSpPr>
        <p:spPr>
          <a:xfrm>
            <a:off x="612648" y="2331720"/>
            <a:ext cx="1645920" cy="2011680"/>
          </a:xfrm>
          <a:prstGeom prst="rect">
            <a:avLst/>
          </a:prstGeom>
          <a:noFill/>
        </p:spPr>
        <p:txBody>
          <a:bodyPr wrap="square" lIns="0" tIns="0" rIns="0" bIns="0" anchor="t">
            <a:spAutoFit/>
          </a:bodyPr>
          <a:lstStyle/>
          <a:p>
            <a:pPr marL="146304" indent="-146304" algn="l">
              <a:spcAft>
                <a:spcPts val="500"/>
              </a:spcAft>
              <a:buClr>
                <a:srgbClr val="3DCD58"/>
              </a:buClr>
              <a:buFont typeface="Arial"/>
              <a:buChar char="•"/>
            </a:pPr>
            <a:r>
              <a:rPr sz="850" b="0">
                <a:solidFill>
                  <a:srgbClr val="FFFFFF"/>
                </a:solidFill>
              </a:rPr>
              <a:t>SE Team or Admin login with real sign-in, scoped to the pilot distributors</a:t>
            </a:r>
          </a:p>
          <a:p>
            <a:pPr marL="146304" indent="-146304" algn="l">
              <a:spcAft>
                <a:spcPts val="500"/>
              </a:spcAft>
              <a:buClr>
                <a:srgbClr val="3DCD58"/>
              </a:buClr>
              <a:buFont typeface="Arial"/>
              <a:buChar char="•"/>
            </a:pPr>
            <a:r>
              <a:rPr sz="850" b="0">
                <a:solidFill>
                  <a:srgbClr val="FFFFFF"/>
                </a:solidFill>
              </a:rPr>
              <a:t>CSV exports now; a read API (JSON) as the target</a:t>
            </a:r>
          </a:p>
          <a:p>
            <a:pPr marL="146304" indent="-146304" algn="l">
              <a:spcAft>
                <a:spcPts val="500"/>
              </a:spcAft>
              <a:buClr>
                <a:srgbClr val="3DCD58"/>
              </a:buClr>
              <a:buFont typeface="Arial"/>
              <a:buChar char="•"/>
            </a:pPr>
            <a:r>
              <a:rPr sz="850" b="0">
                <a:solidFill>
                  <a:srgbClr val="FFFFFF"/>
                </a:solidFill>
              </a:rPr>
              <a:t>Provider keys set, so data is live, not demo</a:t>
            </a:r>
          </a:p>
          <a:p>
            <a:pPr marL="146304" indent="-146304" algn="l">
              <a:spcAft>
                <a:spcPts val="500"/>
              </a:spcAft>
              <a:buClr>
                <a:srgbClr val="3DCD58"/>
              </a:buClr>
              <a:buFont typeface="Arial"/>
              <a:buChar char="•"/>
            </a:pPr>
            <a:r>
              <a:rPr sz="850" b="0">
                <a:solidFill>
                  <a:srgbClr val="FFFFFF"/>
                </a:solidFill>
              </a:rPr>
              <a:t>Action-plan write-back via API, or a manual step</a:t>
            </a:r>
          </a:p>
        </p:txBody>
      </p:sp>
      <p:sp>
        <p:nvSpPr>
          <p:cNvPr id="12" name="Claude Code build"/>
          <p:cNvSpPr/>
          <p:nvPr/>
        </p:nvSpPr>
        <p:spPr>
          <a:xfrm>
            <a:off x="2560320" y="1234440"/>
            <a:ext cx="1920240" cy="3154680"/>
          </a:xfrm>
          <a:prstGeom prst="roundRect">
            <a:avLst>
              <a:gd name="adj" fmla="val 6000"/>
            </a:avLst>
          </a:prstGeom>
          <a:solidFill>
            <a:srgbClr val="E7FFD9"/>
          </a:solidFill>
          <a:ln>
            <a:noFill/>
          </a:ln>
        </p:spPr>
        <p:txBody>
          <a:bodyPr rtlCol="0" anchor="ctr"/>
          <a:lstStyle/>
          <a:p>
            <a:pPr algn="ctr"/>
            <a:endParaRPr/>
          </a:p>
        </p:txBody>
      </p:sp>
      <p:sp>
        <p:nvSpPr>
          <p:cNvPr id="13" name="TextBox 12"/>
          <p:cNvSpPr txBox="1"/>
          <p:nvPr/>
        </p:nvSpPr>
        <p:spPr>
          <a:xfrm>
            <a:off x="2715768" y="1371600"/>
            <a:ext cx="1645920" cy="228600"/>
          </a:xfrm>
          <a:prstGeom prst="rect">
            <a:avLst/>
          </a:prstGeom>
          <a:noFill/>
        </p:spPr>
        <p:txBody>
          <a:bodyPr wrap="square" lIns="0" tIns="0" rIns="0" bIns="0" anchor="t">
            <a:spAutoFit/>
          </a:bodyPr>
          <a:lstStyle/>
          <a:p>
            <a:pPr algn="l"/>
            <a:r>
              <a:rPr sz="1400" b="1">
                <a:solidFill>
                  <a:srgbClr val="009530"/>
                </a:solidFill>
              </a:rPr>
              <a:t>02</a:t>
            </a:r>
          </a:p>
        </p:txBody>
      </p:sp>
      <p:sp>
        <p:nvSpPr>
          <p:cNvPr id="14" name="TextBox 13"/>
          <p:cNvSpPr txBox="1"/>
          <p:nvPr/>
        </p:nvSpPr>
        <p:spPr>
          <a:xfrm>
            <a:off x="2715768" y="1691640"/>
            <a:ext cx="1645920" cy="274320"/>
          </a:xfrm>
          <a:prstGeom prst="rect">
            <a:avLst/>
          </a:prstGeom>
          <a:noFill/>
        </p:spPr>
        <p:txBody>
          <a:bodyPr wrap="square" lIns="0" tIns="0" rIns="0" bIns="0" anchor="t">
            <a:spAutoFit/>
          </a:bodyPr>
          <a:lstStyle/>
          <a:p>
            <a:pPr algn="l"/>
            <a:r>
              <a:rPr sz="1100" b="1">
                <a:solidFill>
                  <a:srgbClr val="0A2F24"/>
                </a:solidFill>
              </a:rPr>
              <a:t>Claude Code build</a:t>
            </a:r>
          </a:p>
        </p:txBody>
      </p:sp>
      <p:sp>
        <p:nvSpPr>
          <p:cNvPr id="15" name="Rounded Rectangle 14"/>
          <p:cNvSpPr/>
          <p:nvPr/>
        </p:nvSpPr>
        <p:spPr>
          <a:xfrm>
            <a:off x="2715768" y="2011680"/>
            <a:ext cx="1609344" cy="201168"/>
          </a:xfrm>
          <a:prstGeom prst="roundRect">
            <a:avLst>
              <a:gd name="adj" fmla="val 50000"/>
            </a:avLst>
          </a:prstGeom>
          <a:solidFill>
            <a:srgbClr val="FFFFFF"/>
          </a:solidFill>
          <a:ln>
            <a:noFill/>
          </a:ln>
        </p:spPr>
        <p:txBody>
          <a:bodyPr wrap="square" lIns="18288" tIns="18288" rIns="18288" bIns="18288" rtlCol="0" anchor="ctr"/>
          <a:lstStyle/>
          <a:p>
            <a:pPr algn="ctr"/>
            <a:r>
              <a:rPr sz="700" b="1">
                <a:solidFill>
                  <a:srgbClr val="0A2F24"/>
                </a:solidFill>
              </a:rPr>
              <a:t>Ask: DTC / IT</a:t>
            </a:r>
          </a:p>
        </p:txBody>
      </p:sp>
      <p:sp>
        <p:nvSpPr>
          <p:cNvPr id="16" name="TextBox 15"/>
          <p:cNvSpPr txBox="1"/>
          <p:nvPr/>
        </p:nvSpPr>
        <p:spPr>
          <a:xfrm>
            <a:off x="2715768" y="2331720"/>
            <a:ext cx="1645920" cy="2011680"/>
          </a:xfrm>
          <a:prstGeom prst="rect">
            <a:avLst/>
          </a:prstGeom>
          <a:noFill/>
        </p:spPr>
        <p:txBody>
          <a:bodyPr wrap="square" lIns="0" tIns="0" rIns="0" bIns="0" anchor="t">
            <a:spAutoFit/>
          </a:bodyPr>
          <a:lstStyle/>
          <a:p>
            <a:pPr marL="146304" indent="-146304" algn="l">
              <a:spcAft>
                <a:spcPts val="500"/>
              </a:spcAft>
              <a:buClr>
                <a:srgbClr val="009530"/>
              </a:buClr>
              <a:buFont typeface="Arial"/>
              <a:buChar char="•"/>
            </a:pPr>
            <a:r>
              <a:rPr sz="850" b="0">
                <a:solidFill>
                  <a:srgbClr val="0A2F24"/>
                </a:solidFill>
              </a:rPr>
              <a:t>Claude Code seat and an approved Claude API key with a spend cap</a:t>
            </a:r>
          </a:p>
          <a:p>
            <a:pPr marL="146304" indent="-146304" algn="l">
              <a:spcAft>
                <a:spcPts val="500"/>
              </a:spcAft>
              <a:buClr>
                <a:srgbClr val="009530"/>
              </a:buClr>
              <a:buFont typeface="Arial"/>
              <a:buChar char="•"/>
            </a:pPr>
            <a:r>
              <a:rPr sz="850" b="0">
                <a:solidFill>
                  <a:srgbClr val="0A2F24"/>
                </a:solidFill>
              </a:rPr>
              <a:t>GitHub repo in the SE organisation</a:t>
            </a:r>
          </a:p>
          <a:p>
            <a:pPr marL="146304" indent="-146304" algn="l">
              <a:spcAft>
                <a:spcPts val="500"/>
              </a:spcAft>
              <a:buClr>
                <a:srgbClr val="009530"/>
              </a:buClr>
              <a:buFont typeface="Arial"/>
              <a:buChar char="•"/>
            </a:pPr>
            <a:r>
              <a:rPr sz="850" b="0">
                <a:solidFill>
                  <a:srgbClr val="0A2F24"/>
                </a:solidFill>
              </a:rPr>
              <a:t>Python 3.11+ and Streamlit; secrets kept out of the repo</a:t>
            </a:r>
          </a:p>
          <a:p>
            <a:pPr marL="146304" indent="-146304" algn="l">
              <a:spcAft>
                <a:spcPts val="500"/>
              </a:spcAft>
              <a:buClr>
                <a:srgbClr val="009530"/>
              </a:buClr>
              <a:buFont typeface="Arial"/>
              <a:buChar char="•"/>
            </a:pPr>
            <a:r>
              <a:rPr sz="850" b="0">
                <a:solidFill>
                  <a:srgbClr val="0A2F24"/>
                </a:solidFill>
              </a:rPr>
              <a:t>Approved hosting: Streamlit Cloud or an internal server</a:t>
            </a:r>
          </a:p>
        </p:txBody>
      </p:sp>
      <p:sp>
        <p:nvSpPr>
          <p:cNvPr id="17" name="Knowledge &amp; content"/>
          <p:cNvSpPr/>
          <p:nvPr/>
        </p:nvSpPr>
        <p:spPr>
          <a:xfrm>
            <a:off x="4663440" y="1234440"/>
            <a:ext cx="1920240" cy="3154680"/>
          </a:xfrm>
          <a:prstGeom prst="roundRect">
            <a:avLst>
              <a:gd name="adj" fmla="val 6000"/>
            </a:avLst>
          </a:prstGeom>
          <a:solidFill>
            <a:srgbClr val="E7FFD9"/>
          </a:solidFill>
          <a:ln>
            <a:noFill/>
          </a:ln>
        </p:spPr>
        <p:txBody>
          <a:bodyPr rtlCol="0" anchor="ctr"/>
          <a:lstStyle/>
          <a:p>
            <a:pPr algn="ctr"/>
            <a:endParaRPr/>
          </a:p>
        </p:txBody>
      </p:sp>
      <p:sp>
        <p:nvSpPr>
          <p:cNvPr id="18" name="TextBox 17"/>
          <p:cNvSpPr txBox="1"/>
          <p:nvPr/>
        </p:nvSpPr>
        <p:spPr>
          <a:xfrm>
            <a:off x="4818888" y="1371600"/>
            <a:ext cx="1645920" cy="228600"/>
          </a:xfrm>
          <a:prstGeom prst="rect">
            <a:avLst/>
          </a:prstGeom>
          <a:noFill/>
        </p:spPr>
        <p:txBody>
          <a:bodyPr wrap="square" lIns="0" tIns="0" rIns="0" bIns="0" anchor="t">
            <a:spAutoFit/>
          </a:bodyPr>
          <a:lstStyle/>
          <a:p>
            <a:pPr algn="l"/>
            <a:r>
              <a:rPr sz="1400" b="1">
                <a:solidFill>
                  <a:srgbClr val="009530"/>
                </a:solidFill>
              </a:rPr>
              <a:t>03</a:t>
            </a:r>
          </a:p>
        </p:txBody>
      </p:sp>
      <p:sp>
        <p:nvSpPr>
          <p:cNvPr id="19" name="TextBox 18"/>
          <p:cNvSpPr txBox="1"/>
          <p:nvPr/>
        </p:nvSpPr>
        <p:spPr>
          <a:xfrm>
            <a:off x="4818888" y="1691640"/>
            <a:ext cx="1645920" cy="274320"/>
          </a:xfrm>
          <a:prstGeom prst="rect">
            <a:avLst/>
          </a:prstGeom>
          <a:noFill/>
        </p:spPr>
        <p:txBody>
          <a:bodyPr wrap="square" lIns="0" tIns="0" rIns="0" bIns="0" anchor="t">
            <a:spAutoFit/>
          </a:bodyPr>
          <a:lstStyle/>
          <a:p>
            <a:pPr algn="l"/>
            <a:r>
              <a:rPr sz="1100" b="1">
                <a:solidFill>
                  <a:srgbClr val="0A2F24"/>
                </a:solidFill>
              </a:rPr>
              <a:t>Knowledge &amp; content</a:t>
            </a:r>
          </a:p>
        </p:txBody>
      </p:sp>
      <p:sp>
        <p:nvSpPr>
          <p:cNvPr id="20" name="Rounded Rectangle 19"/>
          <p:cNvSpPr/>
          <p:nvPr/>
        </p:nvSpPr>
        <p:spPr>
          <a:xfrm>
            <a:off x="4818888" y="2011680"/>
            <a:ext cx="1609344" cy="201168"/>
          </a:xfrm>
          <a:prstGeom prst="roundRect">
            <a:avLst>
              <a:gd name="adj" fmla="val 50000"/>
            </a:avLst>
          </a:prstGeom>
          <a:solidFill>
            <a:srgbClr val="FFFFFF"/>
          </a:solidFill>
          <a:ln>
            <a:noFill/>
          </a:ln>
        </p:spPr>
        <p:txBody>
          <a:bodyPr wrap="square" lIns="18288" tIns="18288" rIns="18288" bIns="18288" rtlCol="0" anchor="ctr"/>
          <a:lstStyle/>
          <a:p>
            <a:pPr algn="ctr"/>
            <a:r>
              <a:rPr sz="700" b="1">
                <a:solidFill>
                  <a:srgbClr val="0A2F24"/>
                </a:solidFill>
              </a:rPr>
              <a:t>Ask: Business</a:t>
            </a:r>
          </a:p>
        </p:txBody>
      </p:sp>
      <p:sp>
        <p:nvSpPr>
          <p:cNvPr id="21" name="TextBox 20"/>
          <p:cNvSpPr txBox="1"/>
          <p:nvPr/>
        </p:nvSpPr>
        <p:spPr>
          <a:xfrm>
            <a:off x="4818888" y="2331720"/>
            <a:ext cx="1645920" cy="2011680"/>
          </a:xfrm>
          <a:prstGeom prst="rect">
            <a:avLst/>
          </a:prstGeom>
          <a:noFill/>
        </p:spPr>
        <p:txBody>
          <a:bodyPr wrap="square" lIns="0" tIns="0" rIns="0" bIns="0" anchor="t">
            <a:spAutoFit/>
          </a:bodyPr>
          <a:lstStyle/>
          <a:p>
            <a:pPr marL="146304" indent="-146304" algn="l">
              <a:spcAft>
                <a:spcPts val="500"/>
              </a:spcAft>
              <a:buClr>
                <a:srgbClr val="009530"/>
              </a:buClr>
              <a:buFont typeface="Arial"/>
              <a:buChar char="•"/>
            </a:pPr>
            <a:r>
              <a:rPr sz="850" b="0">
                <a:solidFill>
                  <a:srgbClr val="0A2F24"/>
                </a:solidFill>
              </a:rPr>
              <a:t>Product truth for pilot ranges: datasheets, specs, standards</a:t>
            </a:r>
          </a:p>
          <a:p>
            <a:pPr marL="146304" indent="-146304" algn="l">
              <a:spcAft>
                <a:spcPts val="500"/>
              </a:spcAft>
              <a:buClr>
                <a:srgbClr val="009530"/>
              </a:buClr>
              <a:buFont typeface="Arial"/>
              <a:buChar char="•"/>
            </a:pPr>
            <a:r>
              <a:rPr sz="850" b="0">
                <a:solidFill>
                  <a:srgbClr val="0A2F24"/>
                </a:solidFill>
              </a:rPr>
              <a:t>Category playbooks and an approved-claims list</a:t>
            </a:r>
          </a:p>
          <a:p>
            <a:pPr marL="146304" indent="-146304" algn="l">
              <a:spcAft>
                <a:spcPts val="500"/>
              </a:spcAft>
              <a:buClr>
                <a:srgbClr val="009530"/>
              </a:buClr>
              <a:buFont typeface="Arial"/>
              <a:buChar char="•"/>
            </a:pPr>
            <a:r>
              <a:rPr sz="850" b="0">
                <a:solidFill>
                  <a:srgbClr val="0A2F24"/>
                </a:solidFill>
              </a:rPr>
              <a:t>FAQ template and brand / tone guide</a:t>
            </a:r>
          </a:p>
          <a:p>
            <a:pPr marL="146304" indent="-146304" algn="l">
              <a:spcAft>
                <a:spcPts val="500"/>
              </a:spcAft>
              <a:buClr>
                <a:srgbClr val="009530"/>
              </a:buClr>
              <a:buFont typeface="Arial"/>
              <a:buChar char="•"/>
            </a:pPr>
            <a:r>
              <a:rPr sz="850" b="0">
                <a:solidFill>
                  <a:srgbClr val="0A2F24"/>
                </a:solidFill>
              </a:rPr>
              <a:t>A labelled set of good and bad pages to calibrate the rubric</a:t>
            </a:r>
          </a:p>
        </p:txBody>
      </p:sp>
      <p:sp>
        <p:nvSpPr>
          <p:cNvPr id="22" name="Governance &amp; people"/>
          <p:cNvSpPr/>
          <p:nvPr/>
        </p:nvSpPr>
        <p:spPr>
          <a:xfrm>
            <a:off x="6766559" y="1234440"/>
            <a:ext cx="1920240" cy="3154680"/>
          </a:xfrm>
          <a:prstGeom prst="roundRect">
            <a:avLst>
              <a:gd name="adj" fmla="val 6000"/>
            </a:avLst>
          </a:prstGeom>
          <a:solidFill>
            <a:srgbClr val="E7FFD9"/>
          </a:solidFill>
          <a:ln>
            <a:noFill/>
          </a:ln>
        </p:spPr>
        <p:txBody>
          <a:bodyPr rtlCol="0" anchor="ctr"/>
          <a:lstStyle/>
          <a:p>
            <a:pPr algn="ctr"/>
            <a:endParaRPr/>
          </a:p>
        </p:txBody>
      </p:sp>
      <p:sp>
        <p:nvSpPr>
          <p:cNvPr id="23" name="TextBox 22"/>
          <p:cNvSpPr txBox="1"/>
          <p:nvPr/>
        </p:nvSpPr>
        <p:spPr>
          <a:xfrm>
            <a:off x="6922007" y="1371600"/>
            <a:ext cx="1645920" cy="228600"/>
          </a:xfrm>
          <a:prstGeom prst="rect">
            <a:avLst/>
          </a:prstGeom>
          <a:noFill/>
        </p:spPr>
        <p:txBody>
          <a:bodyPr wrap="square" lIns="0" tIns="0" rIns="0" bIns="0" anchor="t">
            <a:spAutoFit/>
          </a:bodyPr>
          <a:lstStyle/>
          <a:p>
            <a:pPr algn="l"/>
            <a:r>
              <a:rPr sz="1400" b="1">
                <a:solidFill>
                  <a:srgbClr val="009530"/>
                </a:solidFill>
              </a:rPr>
              <a:t>04</a:t>
            </a:r>
          </a:p>
        </p:txBody>
      </p:sp>
      <p:sp>
        <p:nvSpPr>
          <p:cNvPr id="24" name="TextBox 23"/>
          <p:cNvSpPr txBox="1"/>
          <p:nvPr/>
        </p:nvSpPr>
        <p:spPr>
          <a:xfrm>
            <a:off x="6922007" y="1691640"/>
            <a:ext cx="1645920" cy="274320"/>
          </a:xfrm>
          <a:prstGeom prst="rect">
            <a:avLst/>
          </a:prstGeom>
          <a:noFill/>
        </p:spPr>
        <p:txBody>
          <a:bodyPr wrap="square" lIns="0" tIns="0" rIns="0" bIns="0" anchor="t">
            <a:spAutoFit/>
          </a:bodyPr>
          <a:lstStyle/>
          <a:p>
            <a:pPr algn="l"/>
            <a:r>
              <a:rPr sz="1100" b="1">
                <a:solidFill>
                  <a:srgbClr val="0A2F24"/>
                </a:solidFill>
              </a:rPr>
              <a:t>Governance &amp; people</a:t>
            </a:r>
          </a:p>
        </p:txBody>
      </p:sp>
      <p:sp>
        <p:nvSpPr>
          <p:cNvPr id="25" name="Rounded Rectangle 24"/>
          <p:cNvSpPr/>
          <p:nvPr/>
        </p:nvSpPr>
        <p:spPr>
          <a:xfrm>
            <a:off x="6922007" y="2011680"/>
            <a:ext cx="1609344" cy="201168"/>
          </a:xfrm>
          <a:prstGeom prst="roundRect">
            <a:avLst>
              <a:gd name="adj" fmla="val 50000"/>
            </a:avLst>
          </a:prstGeom>
          <a:solidFill>
            <a:srgbClr val="FFFFFF"/>
          </a:solidFill>
          <a:ln>
            <a:noFill/>
          </a:ln>
        </p:spPr>
        <p:txBody>
          <a:bodyPr wrap="square" lIns="18288" tIns="18288" rIns="18288" bIns="18288" rtlCol="0" anchor="ctr"/>
          <a:lstStyle/>
          <a:p>
            <a:pPr algn="ctr"/>
            <a:r>
              <a:rPr sz="700" b="1">
                <a:solidFill>
                  <a:srgbClr val="0A2F24"/>
                </a:solidFill>
              </a:rPr>
              <a:t>Ask: DTC / legal / distributor</a:t>
            </a:r>
          </a:p>
        </p:txBody>
      </p:sp>
      <p:sp>
        <p:nvSpPr>
          <p:cNvPr id="26" name="TextBox 25"/>
          <p:cNvSpPr txBox="1"/>
          <p:nvPr/>
        </p:nvSpPr>
        <p:spPr>
          <a:xfrm>
            <a:off x="6922007" y="2331720"/>
            <a:ext cx="1645920" cy="2011680"/>
          </a:xfrm>
          <a:prstGeom prst="rect">
            <a:avLst/>
          </a:prstGeom>
          <a:noFill/>
        </p:spPr>
        <p:txBody>
          <a:bodyPr wrap="square" lIns="0" tIns="0" rIns="0" bIns="0" anchor="t">
            <a:spAutoFit/>
          </a:bodyPr>
          <a:lstStyle/>
          <a:p>
            <a:pPr marL="146304" indent="-146304" algn="l">
              <a:spcAft>
                <a:spcPts val="500"/>
              </a:spcAft>
              <a:buClr>
                <a:srgbClr val="009530"/>
              </a:buClr>
              <a:buFont typeface="Arial"/>
              <a:buChar char="•"/>
            </a:pPr>
            <a:r>
              <a:rPr sz="850" b="0">
                <a:solidFill>
                  <a:srgbClr val="0A2F24"/>
                </a:solidFill>
              </a:rPr>
              <a:t>A named business reviewer per category</a:t>
            </a:r>
          </a:p>
          <a:p>
            <a:pPr marL="146304" indent="-146304" algn="l">
              <a:spcAft>
                <a:spcPts val="500"/>
              </a:spcAft>
              <a:buClr>
                <a:srgbClr val="009530"/>
              </a:buClr>
              <a:buFont typeface="Arial"/>
              <a:buChar char="•"/>
            </a:pPr>
            <a:r>
              <a:rPr sz="850" b="0">
                <a:solidFill>
                  <a:srgbClr val="0A2F24"/>
                </a:solidFill>
              </a:rPr>
              <a:t>Legal sign-off on sending content to the LLM API</a:t>
            </a:r>
          </a:p>
          <a:p>
            <a:pPr marL="146304" indent="-146304" algn="l">
              <a:spcAft>
                <a:spcPts val="500"/>
              </a:spcAft>
              <a:buClr>
                <a:srgbClr val="009530"/>
              </a:buClr>
              <a:buFont typeface="Arial"/>
              <a:buChar char="•"/>
            </a:pPr>
            <a:r>
              <a:rPr sz="850" b="0">
                <a:solidFill>
                  <a:srgbClr val="0A2F24"/>
                </a:solidFill>
              </a:rPr>
              <a:t>Pilot distributor agreement to publish</a:t>
            </a:r>
          </a:p>
          <a:p>
            <a:pPr marL="146304" indent="-146304" algn="l">
              <a:spcAft>
                <a:spcPts val="500"/>
              </a:spcAft>
              <a:buClr>
                <a:srgbClr val="009530"/>
              </a:buClr>
              <a:buFont typeface="Arial"/>
              <a:buChar char="•"/>
            </a:pPr>
            <a:r>
              <a:rPr sz="850" b="0">
                <a:solidFill>
                  <a:srgbClr val="0A2F24"/>
                </a:solidFill>
              </a:rPr>
              <a:t>A CMS route that serves HTML + JSON-LD, not JS-only pages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Governance and top risks</a:t>
            </a:r>
          </a:p>
        </p:txBody>
      </p:sp>
      <p:sp>
        <p:nvSpPr>
          <p:cNvPr id="4" name="Footer Placeholder 3">
            <a:extLst>
              <a:ext uri="{FF2B5EF4-FFF2-40B4-BE49-F238E27FC236}">
                <a16:creationId xmlns:a16="http://schemas.microsoft.com/office/drawing/2014/main" id="{3B0F765E-30F6-26F7-ADFF-0152A9E58D76}"/>
              </a:ext>
              <a:ext uri="{C183D7F6-B498-43B3-948B-1728B52AA6E4}">
                <adec:decorative xmlns:adec="http://schemas.microsoft.com/office/drawing/2017/decorative" val="1"/>
              </a:ext>
            </a:extLst>
          </p:cNvPr>
          <p:cNvSpPr>
            <a:spLocks noGrp="1"/>
          </p:cNvSpPr>
          <p:nvPr>
            <p:ph type="ftr" sz="quarter" idx="16"/>
          </p:nvPr>
        </p:nvSpPr>
        <p:spPr/>
        <p:txBody>
          <a:bodyPr/>
          <a:lstStyle/>
          <a:p>
            <a:r>
              <a:rPr lang="en-US"/>
              <a:t>©2026 Schneider Electric. All Rights Reserved.</a:t>
            </a:r>
            <a:endParaRPr lang="en-US">
              <a:solidFill>
                <a:schemeClr val="tx1"/>
              </a:solidFill>
            </a:endParaRPr>
          </a:p>
        </p:txBody>
      </p:sp>
      <p:sp>
        <p:nvSpPr>
          <p:cNvPr id="5" name="Slide Number Placeholder 4">
            <a:extLst>
              <a:ext uri="{FF2B5EF4-FFF2-40B4-BE49-F238E27FC236}">
                <a16:creationId xmlns:a16="http://schemas.microsoft.com/office/drawing/2014/main" id="{F1ADC48C-9F81-3268-D7E5-98A40DBB42B8}"/>
              </a:ext>
              <a:ext uri="{C183D7F6-B498-43B3-948B-1728B52AA6E4}">
                <adec:decorative xmlns:adec="http://schemas.microsoft.com/office/drawing/2017/decorative" val="1"/>
              </a:ext>
            </a:extLst>
          </p:cNvPr>
          <p:cNvSpPr>
            <a:spLocks noGrp="1"/>
          </p:cNvSpPr>
          <p:nvPr>
            <p:ph type="sldNum" sz="quarter" idx="17"/>
          </p:nvPr>
        </p:nvSpPr>
        <p:spPr/>
        <p:txBody>
          <a:bodyPr/>
          <a:lstStyle/>
          <a:p>
            <a:r>
              <a:rPr lang="en-US">
                <a:ea typeface="Zalando Sans Medium" pitchFamily="2" charset="77"/>
              </a:rPr>
              <a:t>|</a:t>
            </a:r>
            <a:r>
              <a:rPr lang="en-US"/>
              <a:t> Page </a:t>
            </a:r>
            <a:fld id="{5A9C12DC-491F-9444-86A2-13AC5C62A2FC}" type="slidenum">
              <a:rPr lang="en-US" smtClean="0"/>
              <a:pPr/>
              <a:t>12</a:t>
            </a:fld>
            <a:endParaRPr lang="en-US"/>
          </a:p>
        </p:txBody>
      </p:sp>
      <p:sp>
        <p:nvSpPr>
          <p:cNvPr id="6" name="Subtitle"/>
          <p:cNvSpPr txBox="1"/>
          <p:nvPr/>
        </p:nvSpPr>
        <p:spPr>
          <a:xfrm>
            <a:off x="457200" y="786384"/>
            <a:ext cx="8229600" cy="274320"/>
          </a:xfrm>
          <a:prstGeom prst="rect">
            <a:avLst/>
          </a:prstGeom>
          <a:noFill/>
        </p:spPr>
        <p:txBody>
          <a:bodyPr wrap="square" lIns="0" tIns="0" rIns="0" bIns="0" anchor="t">
            <a:spAutoFit/>
          </a:bodyPr>
          <a:lstStyle/>
          <a:p>
            <a:pPr algn="l"/>
            <a:r>
              <a:rPr sz="1100" b="0">
                <a:solidFill>
                  <a:srgbClr val="4E6B61"/>
                </a:solidFill>
              </a:rPr>
              <a:t>Ranked by impact; the rubric’s missing ground truth is the risk the rest follow from</a:t>
            </a:r>
          </a:p>
        </p:txBody>
      </p:sp>
      <p:sp>
        <p:nvSpPr>
          <p:cNvPr id="7" name="TextBox 6"/>
          <p:cNvSpPr txBox="1"/>
          <p:nvPr/>
        </p:nvSpPr>
        <p:spPr>
          <a:xfrm>
            <a:off x="457200" y="1207008"/>
            <a:ext cx="2377440" cy="237744"/>
          </a:xfrm>
          <a:prstGeom prst="rect">
            <a:avLst/>
          </a:prstGeom>
          <a:noFill/>
        </p:spPr>
        <p:txBody>
          <a:bodyPr wrap="square" lIns="0" tIns="0" rIns="0" bIns="0" anchor="ctr">
            <a:spAutoFit/>
          </a:bodyPr>
          <a:lstStyle/>
          <a:p>
            <a:pPr algn="l"/>
            <a:r>
              <a:rPr sz="800" b="1">
                <a:solidFill>
                  <a:srgbClr val="009530"/>
                </a:solidFill>
              </a:rPr>
              <a:t>RISK</a:t>
            </a:r>
          </a:p>
        </p:txBody>
      </p:sp>
      <p:sp>
        <p:nvSpPr>
          <p:cNvPr id="8" name="TextBox 7"/>
          <p:cNvSpPr txBox="1"/>
          <p:nvPr/>
        </p:nvSpPr>
        <p:spPr>
          <a:xfrm>
            <a:off x="2926080" y="1207008"/>
            <a:ext cx="868680" cy="237744"/>
          </a:xfrm>
          <a:prstGeom prst="rect">
            <a:avLst/>
          </a:prstGeom>
          <a:noFill/>
        </p:spPr>
        <p:txBody>
          <a:bodyPr wrap="square" lIns="0" tIns="0" rIns="0" bIns="0" anchor="ctr">
            <a:spAutoFit/>
          </a:bodyPr>
          <a:lstStyle/>
          <a:p>
            <a:pPr algn="ctr"/>
            <a:r>
              <a:rPr sz="800" b="1">
                <a:solidFill>
                  <a:srgbClr val="009530"/>
                </a:solidFill>
              </a:rPr>
              <a:t>LIKELIHOOD</a:t>
            </a:r>
          </a:p>
        </p:txBody>
      </p:sp>
      <p:sp>
        <p:nvSpPr>
          <p:cNvPr id="9" name="TextBox 8"/>
          <p:cNvSpPr txBox="1"/>
          <p:nvPr/>
        </p:nvSpPr>
        <p:spPr>
          <a:xfrm>
            <a:off x="3840480" y="1207008"/>
            <a:ext cx="868680" cy="237744"/>
          </a:xfrm>
          <a:prstGeom prst="rect">
            <a:avLst/>
          </a:prstGeom>
          <a:noFill/>
        </p:spPr>
        <p:txBody>
          <a:bodyPr wrap="square" lIns="0" tIns="0" rIns="0" bIns="0" anchor="ctr">
            <a:spAutoFit/>
          </a:bodyPr>
          <a:lstStyle/>
          <a:p>
            <a:pPr algn="ctr"/>
            <a:r>
              <a:rPr sz="800" b="1">
                <a:solidFill>
                  <a:srgbClr val="009530"/>
                </a:solidFill>
              </a:rPr>
              <a:t>IMPACT</a:t>
            </a:r>
          </a:p>
        </p:txBody>
      </p:sp>
      <p:sp>
        <p:nvSpPr>
          <p:cNvPr id="10" name="TextBox 9"/>
          <p:cNvSpPr txBox="1"/>
          <p:nvPr/>
        </p:nvSpPr>
        <p:spPr>
          <a:xfrm>
            <a:off x="4800600" y="1207008"/>
            <a:ext cx="3886200" cy="237744"/>
          </a:xfrm>
          <a:prstGeom prst="rect">
            <a:avLst/>
          </a:prstGeom>
          <a:noFill/>
        </p:spPr>
        <p:txBody>
          <a:bodyPr wrap="square" lIns="0" tIns="0" rIns="0" bIns="0" anchor="ctr">
            <a:spAutoFit/>
          </a:bodyPr>
          <a:lstStyle/>
          <a:p>
            <a:pPr algn="l"/>
            <a:r>
              <a:rPr sz="800" b="1">
                <a:solidFill>
                  <a:srgbClr val="009530"/>
                </a:solidFill>
              </a:rPr>
              <a:t>MITIGATION</a:t>
            </a:r>
          </a:p>
        </p:txBody>
      </p:sp>
      <p:sp>
        <p:nvSpPr>
          <p:cNvPr id="11" name="Rounded Rectangle 10"/>
          <p:cNvSpPr/>
          <p:nvPr/>
        </p:nvSpPr>
        <p:spPr>
          <a:xfrm>
            <a:off x="457200" y="1508760"/>
            <a:ext cx="8229600" cy="420624"/>
          </a:xfrm>
          <a:prstGeom prst="roundRect">
            <a:avLst>
              <a:gd name="adj" fmla="val 10000"/>
            </a:avLst>
          </a:prstGeom>
          <a:solidFill>
            <a:srgbClr val="E7FFD9"/>
          </a:solidFill>
          <a:ln>
            <a:noFill/>
          </a:ln>
        </p:spPr>
        <p:txBody>
          <a:bodyPr rtlCol="0" anchor="ctr"/>
          <a:lstStyle/>
          <a:p>
            <a:pPr algn="ctr"/>
            <a:endParaRPr/>
          </a:p>
        </p:txBody>
      </p:sp>
      <p:sp>
        <p:nvSpPr>
          <p:cNvPr id="12" name="TextBox 11"/>
          <p:cNvSpPr txBox="1"/>
          <p:nvPr/>
        </p:nvSpPr>
        <p:spPr>
          <a:xfrm>
            <a:off x="594360" y="1508760"/>
            <a:ext cx="2286000" cy="420624"/>
          </a:xfrm>
          <a:prstGeom prst="rect">
            <a:avLst/>
          </a:prstGeom>
          <a:noFill/>
        </p:spPr>
        <p:txBody>
          <a:bodyPr wrap="square" lIns="0" tIns="0" rIns="0" bIns="0" anchor="ctr">
            <a:spAutoFit/>
          </a:bodyPr>
          <a:lstStyle/>
          <a:p>
            <a:pPr algn="l"/>
            <a:r>
              <a:rPr sz="950" b="1">
                <a:solidFill>
                  <a:srgbClr val="0A2F24"/>
                </a:solidFill>
              </a:rPr>
              <a:t>Rubric has no ground truth</a:t>
            </a:r>
          </a:p>
        </p:txBody>
      </p:sp>
      <p:sp>
        <p:nvSpPr>
          <p:cNvPr id="13" name="Rounded Rectangle 12"/>
          <p:cNvSpPr/>
          <p:nvPr/>
        </p:nvSpPr>
        <p:spPr>
          <a:xfrm>
            <a:off x="3063240" y="1609344"/>
            <a:ext cx="594360" cy="219456"/>
          </a:xfrm>
          <a:prstGeom prst="roundRect">
            <a:avLst>
              <a:gd name="adj" fmla="val 50000"/>
            </a:avLst>
          </a:prstGeom>
          <a:solidFill>
            <a:srgbClr val="FF0050"/>
          </a:solidFill>
          <a:ln>
            <a:noFill/>
          </a:ln>
        </p:spPr>
        <p:txBody>
          <a:bodyPr wrap="square" lIns="18288" tIns="18288" rIns="18288" bIns="18288" rtlCol="0" anchor="ctr"/>
          <a:lstStyle/>
          <a:p>
            <a:pPr algn="ctr"/>
            <a:r>
              <a:rPr sz="800" b="1">
                <a:solidFill>
                  <a:srgbClr val="FFFFFF"/>
                </a:solidFill>
              </a:rPr>
              <a:t>High</a:t>
            </a:r>
          </a:p>
        </p:txBody>
      </p:sp>
      <p:sp>
        <p:nvSpPr>
          <p:cNvPr id="14" name="Rounded Rectangle 13"/>
          <p:cNvSpPr/>
          <p:nvPr/>
        </p:nvSpPr>
        <p:spPr>
          <a:xfrm>
            <a:off x="3977640" y="1609344"/>
            <a:ext cx="594360" cy="219456"/>
          </a:xfrm>
          <a:prstGeom prst="roundRect">
            <a:avLst>
              <a:gd name="adj" fmla="val 50000"/>
            </a:avLst>
          </a:prstGeom>
          <a:solidFill>
            <a:srgbClr val="FF0050"/>
          </a:solidFill>
          <a:ln>
            <a:noFill/>
          </a:ln>
        </p:spPr>
        <p:txBody>
          <a:bodyPr wrap="square" lIns="18288" tIns="18288" rIns="18288" bIns="18288" rtlCol="0" anchor="ctr"/>
          <a:lstStyle/>
          <a:p>
            <a:pPr algn="ctr"/>
            <a:r>
              <a:rPr sz="800" b="1">
                <a:solidFill>
                  <a:srgbClr val="FFFFFF"/>
                </a:solidFill>
              </a:rPr>
              <a:t>High</a:t>
            </a:r>
          </a:p>
        </p:txBody>
      </p:sp>
      <p:sp>
        <p:nvSpPr>
          <p:cNvPr id="15" name="TextBox 14"/>
          <p:cNvSpPr txBox="1"/>
          <p:nvPr/>
        </p:nvSpPr>
        <p:spPr>
          <a:xfrm>
            <a:off x="4800600" y="1508760"/>
            <a:ext cx="3794760" cy="420624"/>
          </a:xfrm>
          <a:prstGeom prst="rect">
            <a:avLst/>
          </a:prstGeom>
          <a:noFill/>
        </p:spPr>
        <p:txBody>
          <a:bodyPr wrap="square" lIns="0" tIns="0" rIns="0" bIns="0" anchor="ctr">
            <a:spAutoFit/>
          </a:bodyPr>
          <a:lstStyle/>
          <a:p>
            <a:pPr algn="l"/>
            <a:r>
              <a:rPr sz="900" b="0">
                <a:solidFill>
                  <a:srgbClr val="0A2F24"/>
                </a:solidFill>
              </a:rPr>
              <a:t>Calibrate on labelled good/bad examples; in V3 use citation outcomes</a:t>
            </a:r>
          </a:p>
        </p:txBody>
      </p:sp>
      <p:sp>
        <p:nvSpPr>
          <p:cNvPr id="16" name="Rounded Rectangle 15"/>
          <p:cNvSpPr/>
          <p:nvPr/>
        </p:nvSpPr>
        <p:spPr>
          <a:xfrm>
            <a:off x="457200" y="1993391"/>
            <a:ext cx="8229600" cy="420624"/>
          </a:xfrm>
          <a:prstGeom prst="roundRect">
            <a:avLst>
              <a:gd name="adj" fmla="val 10000"/>
            </a:avLst>
          </a:prstGeom>
          <a:solidFill>
            <a:srgbClr val="FFFFFF"/>
          </a:solidFill>
          <a:ln>
            <a:noFill/>
          </a:ln>
        </p:spPr>
        <p:txBody>
          <a:bodyPr rtlCol="0" anchor="ctr"/>
          <a:lstStyle/>
          <a:p>
            <a:pPr algn="ctr"/>
            <a:endParaRPr/>
          </a:p>
        </p:txBody>
      </p:sp>
      <p:sp>
        <p:nvSpPr>
          <p:cNvPr id="17" name="TextBox 16"/>
          <p:cNvSpPr txBox="1"/>
          <p:nvPr/>
        </p:nvSpPr>
        <p:spPr>
          <a:xfrm>
            <a:off x="594360" y="1993391"/>
            <a:ext cx="2286000" cy="420624"/>
          </a:xfrm>
          <a:prstGeom prst="rect">
            <a:avLst/>
          </a:prstGeom>
          <a:noFill/>
        </p:spPr>
        <p:txBody>
          <a:bodyPr wrap="square" lIns="0" tIns="0" rIns="0" bIns="0" anchor="ctr">
            <a:spAutoFit/>
          </a:bodyPr>
          <a:lstStyle/>
          <a:p>
            <a:pPr algn="l"/>
            <a:r>
              <a:rPr sz="950" b="1">
                <a:solidFill>
                  <a:srgbClr val="0A2F24"/>
                </a:solidFill>
              </a:rPr>
              <a:t>Wrong or unsupported product claims</a:t>
            </a:r>
          </a:p>
        </p:txBody>
      </p:sp>
      <p:sp>
        <p:nvSpPr>
          <p:cNvPr id="18" name="Rounded Rectangle 17"/>
          <p:cNvSpPr/>
          <p:nvPr/>
        </p:nvSpPr>
        <p:spPr>
          <a:xfrm>
            <a:off x="3063240" y="2093975"/>
            <a:ext cx="594360" cy="219456"/>
          </a:xfrm>
          <a:prstGeom prst="roundRect">
            <a:avLst>
              <a:gd name="adj" fmla="val 50000"/>
            </a:avLst>
          </a:prstGeom>
          <a:solidFill>
            <a:srgbClr val="FFCE00"/>
          </a:solidFill>
          <a:ln>
            <a:noFill/>
          </a:ln>
        </p:spPr>
        <p:txBody>
          <a:bodyPr wrap="square" lIns="18288" tIns="18288" rIns="18288" bIns="18288" rtlCol="0" anchor="ctr"/>
          <a:lstStyle/>
          <a:p>
            <a:pPr algn="ctr"/>
            <a:r>
              <a:rPr sz="800" b="1">
                <a:solidFill>
                  <a:srgbClr val="0A2F24"/>
                </a:solidFill>
              </a:rPr>
              <a:t>Med</a:t>
            </a:r>
          </a:p>
        </p:txBody>
      </p:sp>
      <p:sp>
        <p:nvSpPr>
          <p:cNvPr id="19" name="Rounded Rectangle 18"/>
          <p:cNvSpPr/>
          <p:nvPr/>
        </p:nvSpPr>
        <p:spPr>
          <a:xfrm>
            <a:off x="3977640" y="2093975"/>
            <a:ext cx="594360" cy="219456"/>
          </a:xfrm>
          <a:prstGeom prst="roundRect">
            <a:avLst>
              <a:gd name="adj" fmla="val 50000"/>
            </a:avLst>
          </a:prstGeom>
          <a:solidFill>
            <a:srgbClr val="FF0050"/>
          </a:solidFill>
          <a:ln>
            <a:noFill/>
          </a:ln>
        </p:spPr>
        <p:txBody>
          <a:bodyPr wrap="square" lIns="18288" tIns="18288" rIns="18288" bIns="18288" rtlCol="0" anchor="ctr"/>
          <a:lstStyle/>
          <a:p>
            <a:pPr algn="ctr"/>
            <a:r>
              <a:rPr sz="800" b="1">
                <a:solidFill>
                  <a:srgbClr val="FFFFFF"/>
                </a:solidFill>
              </a:rPr>
              <a:t>High</a:t>
            </a:r>
          </a:p>
        </p:txBody>
      </p:sp>
      <p:sp>
        <p:nvSpPr>
          <p:cNvPr id="20" name="TextBox 19"/>
          <p:cNvSpPr txBox="1"/>
          <p:nvPr/>
        </p:nvSpPr>
        <p:spPr>
          <a:xfrm>
            <a:off x="4800600" y="1993391"/>
            <a:ext cx="3794760" cy="420624"/>
          </a:xfrm>
          <a:prstGeom prst="rect">
            <a:avLst/>
          </a:prstGeom>
          <a:noFill/>
        </p:spPr>
        <p:txBody>
          <a:bodyPr wrap="square" lIns="0" tIns="0" rIns="0" bIns="0" anchor="ctr">
            <a:spAutoFit/>
          </a:bodyPr>
          <a:lstStyle/>
          <a:p>
            <a:pPr algn="l"/>
            <a:r>
              <a:rPr sz="900" b="0">
                <a:solidFill>
                  <a:srgbClr val="0A2F24"/>
                </a:solidFill>
              </a:rPr>
              <a:t>Generate only from KB facts; show sources to the reviewer; human sign-off</a:t>
            </a:r>
          </a:p>
        </p:txBody>
      </p:sp>
      <p:sp>
        <p:nvSpPr>
          <p:cNvPr id="21" name="Rounded Rectangle 20"/>
          <p:cNvSpPr/>
          <p:nvPr/>
        </p:nvSpPr>
        <p:spPr>
          <a:xfrm>
            <a:off x="457200" y="2478024"/>
            <a:ext cx="8229600" cy="420624"/>
          </a:xfrm>
          <a:prstGeom prst="roundRect">
            <a:avLst>
              <a:gd name="adj" fmla="val 10000"/>
            </a:avLst>
          </a:prstGeom>
          <a:solidFill>
            <a:srgbClr val="E7FFD9"/>
          </a:solidFill>
          <a:ln>
            <a:noFill/>
          </a:ln>
        </p:spPr>
        <p:txBody>
          <a:bodyPr rtlCol="0" anchor="ctr"/>
          <a:lstStyle/>
          <a:p>
            <a:pPr algn="ctr"/>
            <a:endParaRPr/>
          </a:p>
        </p:txBody>
      </p:sp>
      <p:sp>
        <p:nvSpPr>
          <p:cNvPr id="22" name="TextBox 21"/>
          <p:cNvSpPr txBox="1"/>
          <p:nvPr/>
        </p:nvSpPr>
        <p:spPr>
          <a:xfrm>
            <a:off x="594360" y="2478024"/>
            <a:ext cx="2286000" cy="420624"/>
          </a:xfrm>
          <a:prstGeom prst="rect">
            <a:avLst/>
          </a:prstGeom>
          <a:noFill/>
        </p:spPr>
        <p:txBody>
          <a:bodyPr wrap="square" lIns="0" tIns="0" rIns="0" bIns="0" anchor="ctr">
            <a:spAutoFit/>
          </a:bodyPr>
          <a:lstStyle/>
          <a:p>
            <a:pPr algn="l"/>
            <a:r>
              <a:rPr sz="950" b="1">
                <a:solidFill>
                  <a:srgbClr val="0A2F24"/>
                </a:solidFill>
              </a:rPr>
              <a:t>Sensitive or pre-release content</a:t>
            </a:r>
          </a:p>
        </p:txBody>
      </p:sp>
      <p:sp>
        <p:nvSpPr>
          <p:cNvPr id="23" name="Rounded Rectangle 22"/>
          <p:cNvSpPr/>
          <p:nvPr/>
        </p:nvSpPr>
        <p:spPr>
          <a:xfrm>
            <a:off x="3063240" y="2578608"/>
            <a:ext cx="594360" cy="219456"/>
          </a:xfrm>
          <a:prstGeom prst="roundRect">
            <a:avLst>
              <a:gd name="adj" fmla="val 50000"/>
            </a:avLst>
          </a:prstGeom>
          <a:solidFill>
            <a:srgbClr val="FFCE00"/>
          </a:solidFill>
          <a:ln>
            <a:noFill/>
          </a:ln>
        </p:spPr>
        <p:txBody>
          <a:bodyPr wrap="square" lIns="18288" tIns="18288" rIns="18288" bIns="18288" rtlCol="0" anchor="ctr"/>
          <a:lstStyle/>
          <a:p>
            <a:pPr algn="ctr"/>
            <a:r>
              <a:rPr sz="800" b="1">
                <a:solidFill>
                  <a:srgbClr val="0A2F24"/>
                </a:solidFill>
              </a:rPr>
              <a:t>Med</a:t>
            </a:r>
          </a:p>
        </p:txBody>
      </p:sp>
      <p:sp>
        <p:nvSpPr>
          <p:cNvPr id="24" name="Rounded Rectangle 23"/>
          <p:cNvSpPr/>
          <p:nvPr/>
        </p:nvSpPr>
        <p:spPr>
          <a:xfrm>
            <a:off x="3977640" y="2578608"/>
            <a:ext cx="594360" cy="219456"/>
          </a:xfrm>
          <a:prstGeom prst="roundRect">
            <a:avLst>
              <a:gd name="adj" fmla="val 50000"/>
            </a:avLst>
          </a:prstGeom>
          <a:solidFill>
            <a:srgbClr val="FF0050"/>
          </a:solidFill>
          <a:ln>
            <a:noFill/>
          </a:ln>
        </p:spPr>
        <p:txBody>
          <a:bodyPr wrap="square" lIns="18288" tIns="18288" rIns="18288" bIns="18288" rtlCol="0" anchor="ctr"/>
          <a:lstStyle/>
          <a:p>
            <a:pPr algn="ctr"/>
            <a:r>
              <a:rPr sz="800" b="1">
                <a:solidFill>
                  <a:srgbClr val="FFFFFF"/>
                </a:solidFill>
              </a:rPr>
              <a:t>High</a:t>
            </a:r>
          </a:p>
        </p:txBody>
      </p:sp>
      <p:sp>
        <p:nvSpPr>
          <p:cNvPr id="25" name="TextBox 24"/>
          <p:cNvSpPr txBox="1"/>
          <p:nvPr/>
        </p:nvSpPr>
        <p:spPr>
          <a:xfrm>
            <a:off x="4800600" y="2478024"/>
            <a:ext cx="3794760" cy="420624"/>
          </a:xfrm>
          <a:prstGeom prst="rect">
            <a:avLst/>
          </a:prstGeom>
          <a:noFill/>
        </p:spPr>
        <p:txBody>
          <a:bodyPr wrap="square" lIns="0" tIns="0" rIns="0" bIns="0" anchor="ctr">
            <a:spAutoFit/>
          </a:bodyPr>
          <a:lstStyle/>
          <a:p>
            <a:pPr algn="l"/>
            <a:r>
              <a:rPr sz="900" b="0">
                <a:solidFill>
                  <a:srgbClr val="0A2F24"/>
                </a:solidFill>
              </a:rPr>
              <a:t>Confirm hosting and API terms with DTC/legal before build</a:t>
            </a:r>
          </a:p>
        </p:txBody>
      </p:sp>
      <p:sp>
        <p:nvSpPr>
          <p:cNvPr id="26" name="Rounded Rectangle 25"/>
          <p:cNvSpPr/>
          <p:nvPr/>
        </p:nvSpPr>
        <p:spPr>
          <a:xfrm>
            <a:off x="457200" y="2962656"/>
            <a:ext cx="8229600" cy="420624"/>
          </a:xfrm>
          <a:prstGeom prst="roundRect">
            <a:avLst>
              <a:gd name="adj" fmla="val 10000"/>
            </a:avLst>
          </a:prstGeom>
          <a:solidFill>
            <a:srgbClr val="FFFFFF"/>
          </a:solidFill>
          <a:ln>
            <a:noFill/>
          </a:ln>
        </p:spPr>
        <p:txBody>
          <a:bodyPr rtlCol="0" anchor="ctr"/>
          <a:lstStyle/>
          <a:p>
            <a:pPr algn="ctr"/>
            <a:endParaRPr/>
          </a:p>
        </p:txBody>
      </p:sp>
      <p:sp>
        <p:nvSpPr>
          <p:cNvPr id="27" name="TextBox 26"/>
          <p:cNvSpPr txBox="1"/>
          <p:nvPr/>
        </p:nvSpPr>
        <p:spPr>
          <a:xfrm>
            <a:off x="594360" y="2962656"/>
            <a:ext cx="2286000" cy="420624"/>
          </a:xfrm>
          <a:prstGeom prst="rect">
            <a:avLst/>
          </a:prstGeom>
          <a:noFill/>
        </p:spPr>
        <p:txBody>
          <a:bodyPr wrap="square" lIns="0" tIns="0" rIns="0" bIns="0" anchor="ctr">
            <a:spAutoFit/>
          </a:bodyPr>
          <a:lstStyle/>
          <a:p>
            <a:pPr algn="l"/>
            <a:r>
              <a:rPr sz="950" b="1">
                <a:solidFill>
                  <a:srgbClr val="0A2F24"/>
                </a:solidFill>
              </a:rPr>
              <a:t>Scope creep to multimodal</a:t>
            </a:r>
          </a:p>
        </p:txBody>
      </p:sp>
      <p:sp>
        <p:nvSpPr>
          <p:cNvPr id="28" name="Rounded Rectangle 27"/>
          <p:cNvSpPr/>
          <p:nvPr/>
        </p:nvSpPr>
        <p:spPr>
          <a:xfrm>
            <a:off x="3063240" y="3063240"/>
            <a:ext cx="594360" cy="219456"/>
          </a:xfrm>
          <a:prstGeom prst="roundRect">
            <a:avLst>
              <a:gd name="adj" fmla="val 50000"/>
            </a:avLst>
          </a:prstGeom>
          <a:solidFill>
            <a:srgbClr val="FF0050"/>
          </a:solidFill>
          <a:ln>
            <a:noFill/>
          </a:ln>
        </p:spPr>
        <p:txBody>
          <a:bodyPr wrap="square" lIns="18288" tIns="18288" rIns="18288" bIns="18288" rtlCol="0" anchor="ctr"/>
          <a:lstStyle/>
          <a:p>
            <a:pPr algn="ctr"/>
            <a:r>
              <a:rPr sz="800" b="1">
                <a:solidFill>
                  <a:srgbClr val="FFFFFF"/>
                </a:solidFill>
              </a:rPr>
              <a:t>High</a:t>
            </a:r>
          </a:p>
        </p:txBody>
      </p:sp>
      <p:sp>
        <p:nvSpPr>
          <p:cNvPr id="29" name="Rounded Rectangle 28"/>
          <p:cNvSpPr/>
          <p:nvPr/>
        </p:nvSpPr>
        <p:spPr>
          <a:xfrm>
            <a:off x="3977640" y="3063240"/>
            <a:ext cx="594360" cy="219456"/>
          </a:xfrm>
          <a:prstGeom prst="roundRect">
            <a:avLst>
              <a:gd name="adj" fmla="val 50000"/>
            </a:avLst>
          </a:prstGeom>
          <a:solidFill>
            <a:srgbClr val="FFCE00"/>
          </a:solidFill>
          <a:ln>
            <a:noFill/>
          </a:ln>
        </p:spPr>
        <p:txBody>
          <a:bodyPr wrap="square" lIns="18288" tIns="18288" rIns="18288" bIns="18288" rtlCol="0" anchor="ctr"/>
          <a:lstStyle/>
          <a:p>
            <a:pPr algn="ctr"/>
            <a:r>
              <a:rPr sz="800" b="1">
                <a:solidFill>
                  <a:srgbClr val="0A2F24"/>
                </a:solidFill>
              </a:rPr>
              <a:t>Med</a:t>
            </a:r>
          </a:p>
        </p:txBody>
      </p:sp>
      <p:sp>
        <p:nvSpPr>
          <p:cNvPr id="30" name="TextBox 29"/>
          <p:cNvSpPr txBox="1"/>
          <p:nvPr/>
        </p:nvSpPr>
        <p:spPr>
          <a:xfrm>
            <a:off x="4800600" y="2962656"/>
            <a:ext cx="3794760" cy="420624"/>
          </a:xfrm>
          <a:prstGeom prst="rect">
            <a:avLst/>
          </a:prstGeom>
          <a:noFill/>
        </p:spPr>
        <p:txBody>
          <a:bodyPr wrap="square" lIns="0" tIns="0" rIns="0" bIns="0" anchor="ctr">
            <a:spAutoFit/>
          </a:bodyPr>
          <a:lstStyle/>
          <a:p>
            <a:pPr algn="l"/>
            <a:r>
              <a:rPr sz="900" b="0">
                <a:solidFill>
                  <a:srgbClr val="0A2F24"/>
                </a:solidFill>
              </a:rPr>
              <a:t>Keep media in V3; ship V2 text first</a:t>
            </a:r>
          </a:p>
        </p:txBody>
      </p:sp>
      <p:sp>
        <p:nvSpPr>
          <p:cNvPr id="31" name="Rounded Rectangle 30"/>
          <p:cNvSpPr/>
          <p:nvPr/>
        </p:nvSpPr>
        <p:spPr>
          <a:xfrm>
            <a:off x="457200" y="3447288"/>
            <a:ext cx="8229600" cy="420624"/>
          </a:xfrm>
          <a:prstGeom prst="roundRect">
            <a:avLst>
              <a:gd name="adj" fmla="val 10000"/>
            </a:avLst>
          </a:prstGeom>
          <a:solidFill>
            <a:srgbClr val="E7FFD9"/>
          </a:solidFill>
          <a:ln>
            <a:noFill/>
          </a:ln>
        </p:spPr>
        <p:txBody>
          <a:bodyPr rtlCol="0" anchor="ctr"/>
          <a:lstStyle/>
          <a:p>
            <a:pPr algn="ctr"/>
            <a:endParaRPr/>
          </a:p>
        </p:txBody>
      </p:sp>
      <p:sp>
        <p:nvSpPr>
          <p:cNvPr id="32" name="TextBox 31"/>
          <p:cNvSpPr txBox="1"/>
          <p:nvPr/>
        </p:nvSpPr>
        <p:spPr>
          <a:xfrm>
            <a:off x="594360" y="3447288"/>
            <a:ext cx="2286000" cy="420624"/>
          </a:xfrm>
          <a:prstGeom prst="rect">
            <a:avLst/>
          </a:prstGeom>
          <a:noFill/>
        </p:spPr>
        <p:txBody>
          <a:bodyPr wrap="square" lIns="0" tIns="0" rIns="0" bIns="0" anchor="ctr">
            <a:spAutoFit/>
          </a:bodyPr>
          <a:lstStyle/>
          <a:p>
            <a:pPr algn="l"/>
            <a:r>
              <a:rPr sz="950" b="1">
                <a:solidFill>
                  <a:srgbClr val="0A2F24"/>
                </a:solidFill>
              </a:rPr>
              <a:t>API cost at scale</a:t>
            </a:r>
          </a:p>
        </p:txBody>
      </p:sp>
      <p:sp>
        <p:nvSpPr>
          <p:cNvPr id="33" name="Rounded Rectangle 32"/>
          <p:cNvSpPr/>
          <p:nvPr/>
        </p:nvSpPr>
        <p:spPr>
          <a:xfrm>
            <a:off x="3063240" y="3547872"/>
            <a:ext cx="594360" cy="219456"/>
          </a:xfrm>
          <a:prstGeom prst="roundRect">
            <a:avLst>
              <a:gd name="adj" fmla="val 50000"/>
            </a:avLst>
          </a:prstGeom>
          <a:solidFill>
            <a:srgbClr val="3DCD58"/>
          </a:solidFill>
          <a:ln>
            <a:noFill/>
          </a:ln>
        </p:spPr>
        <p:txBody>
          <a:bodyPr wrap="square" lIns="18288" tIns="18288" rIns="18288" bIns="18288" rtlCol="0" anchor="ctr"/>
          <a:lstStyle/>
          <a:p>
            <a:pPr algn="ctr"/>
            <a:r>
              <a:rPr sz="800" b="1">
                <a:solidFill>
                  <a:srgbClr val="0A2F24"/>
                </a:solidFill>
              </a:rPr>
              <a:t>Low</a:t>
            </a:r>
          </a:p>
        </p:txBody>
      </p:sp>
      <p:sp>
        <p:nvSpPr>
          <p:cNvPr id="34" name="Rounded Rectangle 33"/>
          <p:cNvSpPr/>
          <p:nvPr/>
        </p:nvSpPr>
        <p:spPr>
          <a:xfrm>
            <a:off x="3977640" y="3547872"/>
            <a:ext cx="594360" cy="219456"/>
          </a:xfrm>
          <a:prstGeom prst="roundRect">
            <a:avLst>
              <a:gd name="adj" fmla="val 50000"/>
            </a:avLst>
          </a:prstGeom>
          <a:solidFill>
            <a:srgbClr val="FFCE00"/>
          </a:solidFill>
          <a:ln>
            <a:noFill/>
          </a:ln>
        </p:spPr>
        <p:txBody>
          <a:bodyPr wrap="square" lIns="18288" tIns="18288" rIns="18288" bIns="18288" rtlCol="0" anchor="ctr"/>
          <a:lstStyle/>
          <a:p>
            <a:pPr algn="ctr"/>
            <a:r>
              <a:rPr sz="800" b="1">
                <a:solidFill>
                  <a:srgbClr val="0A2F24"/>
                </a:solidFill>
              </a:rPr>
              <a:t>Med</a:t>
            </a:r>
          </a:p>
        </p:txBody>
      </p:sp>
      <p:sp>
        <p:nvSpPr>
          <p:cNvPr id="35" name="TextBox 34"/>
          <p:cNvSpPr txBox="1"/>
          <p:nvPr/>
        </p:nvSpPr>
        <p:spPr>
          <a:xfrm>
            <a:off x="4800600" y="3447288"/>
            <a:ext cx="3794760" cy="420624"/>
          </a:xfrm>
          <a:prstGeom prst="rect">
            <a:avLst/>
          </a:prstGeom>
          <a:noFill/>
        </p:spPr>
        <p:txBody>
          <a:bodyPr wrap="square" lIns="0" tIns="0" rIns="0" bIns="0" anchor="ctr">
            <a:spAutoFit/>
          </a:bodyPr>
          <a:lstStyle/>
          <a:p>
            <a:pPr algn="l"/>
            <a:r>
              <a:rPr sz="900" b="0">
                <a:solidFill>
                  <a:srgbClr val="0A2F24"/>
                </a:solidFill>
              </a:rPr>
              <a:t>Cap variations per run; track cost per page from day one</a:t>
            </a:r>
          </a:p>
        </p:txBody>
      </p:sp>
      <p:sp>
        <p:nvSpPr>
          <p:cNvPr id="36" name="Rounded Rectangle 35"/>
          <p:cNvSpPr/>
          <p:nvPr/>
        </p:nvSpPr>
        <p:spPr>
          <a:xfrm>
            <a:off x="457200" y="3931920"/>
            <a:ext cx="8229600" cy="420624"/>
          </a:xfrm>
          <a:prstGeom prst="roundRect">
            <a:avLst>
              <a:gd name="adj" fmla="val 10000"/>
            </a:avLst>
          </a:prstGeom>
          <a:solidFill>
            <a:srgbClr val="FFFFFF"/>
          </a:solidFill>
          <a:ln>
            <a:noFill/>
          </a:ln>
        </p:spPr>
        <p:txBody>
          <a:bodyPr rtlCol="0" anchor="ctr"/>
          <a:lstStyle/>
          <a:p>
            <a:pPr algn="ctr"/>
            <a:endParaRPr/>
          </a:p>
        </p:txBody>
      </p:sp>
      <p:sp>
        <p:nvSpPr>
          <p:cNvPr id="37" name="TextBox 36"/>
          <p:cNvSpPr txBox="1"/>
          <p:nvPr/>
        </p:nvSpPr>
        <p:spPr>
          <a:xfrm>
            <a:off x="594360" y="3931920"/>
            <a:ext cx="2286000" cy="420624"/>
          </a:xfrm>
          <a:prstGeom prst="rect">
            <a:avLst/>
          </a:prstGeom>
          <a:noFill/>
        </p:spPr>
        <p:txBody>
          <a:bodyPr wrap="square" lIns="0" tIns="0" rIns="0" bIns="0" anchor="ctr">
            <a:spAutoFit/>
          </a:bodyPr>
          <a:lstStyle/>
          <a:p>
            <a:pPr algn="l"/>
            <a:r>
              <a:rPr sz="950" b="1">
                <a:solidFill>
                  <a:srgbClr val="0A2F24"/>
                </a:solidFill>
              </a:rPr>
              <a:t>Stakeholder expectation drift</a:t>
            </a:r>
          </a:p>
        </p:txBody>
      </p:sp>
      <p:sp>
        <p:nvSpPr>
          <p:cNvPr id="38" name="Rounded Rectangle 37"/>
          <p:cNvSpPr/>
          <p:nvPr/>
        </p:nvSpPr>
        <p:spPr>
          <a:xfrm>
            <a:off x="3063240" y="4032504"/>
            <a:ext cx="594360" cy="219456"/>
          </a:xfrm>
          <a:prstGeom prst="roundRect">
            <a:avLst>
              <a:gd name="adj" fmla="val 50000"/>
            </a:avLst>
          </a:prstGeom>
          <a:solidFill>
            <a:srgbClr val="FFCE00"/>
          </a:solidFill>
          <a:ln>
            <a:noFill/>
          </a:ln>
        </p:spPr>
        <p:txBody>
          <a:bodyPr wrap="square" lIns="18288" tIns="18288" rIns="18288" bIns="18288" rtlCol="0" anchor="ctr"/>
          <a:lstStyle/>
          <a:p>
            <a:pPr algn="ctr"/>
            <a:r>
              <a:rPr sz="800" b="1">
                <a:solidFill>
                  <a:srgbClr val="0A2F24"/>
                </a:solidFill>
              </a:rPr>
              <a:t>Med</a:t>
            </a:r>
          </a:p>
        </p:txBody>
      </p:sp>
      <p:sp>
        <p:nvSpPr>
          <p:cNvPr id="39" name="Rounded Rectangle 38"/>
          <p:cNvSpPr/>
          <p:nvPr/>
        </p:nvSpPr>
        <p:spPr>
          <a:xfrm>
            <a:off x="3977640" y="4032504"/>
            <a:ext cx="594360" cy="219456"/>
          </a:xfrm>
          <a:prstGeom prst="roundRect">
            <a:avLst>
              <a:gd name="adj" fmla="val 50000"/>
            </a:avLst>
          </a:prstGeom>
          <a:solidFill>
            <a:srgbClr val="FFCE00"/>
          </a:solidFill>
          <a:ln>
            <a:noFill/>
          </a:ln>
        </p:spPr>
        <p:txBody>
          <a:bodyPr wrap="square" lIns="18288" tIns="18288" rIns="18288" bIns="18288" rtlCol="0" anchor="ctr"/>
          <a:lstStyle/>
          <a:p>
            <a:pPr algn="ctr"/>
            <a:r>
              <a:rPr sz="800" b="1">
                <a:solidFill>
                  <a:srgbClr val="0A2F24"/>
                </a:solidFill>
              </a:rPr>
              <a:t>Med</a:t>
            </a:r>
          </a:p>
        </p:txBody>
      </p:sp>
      <p:sp>
        <p:nvSpPr>
          <p:cNvPr id="40" name="TextBox 39"/>
          <p:cNvSpPr txBox="1"/>
          <p:nvPr/>
        </p:nvSpPr>
        <p:spPr>
          <a:xfrm>
            <a:off x="4800600" y="3931920"/>
            <a:ext cx="3794760" cy="420624"/>
          </a:xfrm>
          <a:prstGeom prst="rect">
            <a:avLst/>
          </a:prstGeom>
          <a:noFill/>
        </p:spPr>
        <p:txBody>
          <a:bodyPr wrap="square" lIns="0" tIns="0" rIns="0" bIns="0" anchor="ctr">
            <a:spAutoFit/>
          </a:bodyPr>
          <a:lstStyle/>
          <a:p>
            <a:pPr algn="l"/>
            <a:r>
              <a:rPr sz="900" b="0">
                <a:solidFill>
                  <a:srgbClr val="0A2F24"/>
                </a:solidFill>
              </a:rPr>
              <a:t>Frame demos as “rubric v1, validated on N examples”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0628D0-720E-6E66-07DB-BA9590000FBF}"/>
              </a:ext>
            </a:extLst>
          </p:cNvPr>
          <p:cNvSpPr>
            <a:spLocks noGrp="1"/>
          </p:cNvSpPr>
          <p:nvPr>
            <p:ph type="title" idx="4294967295"/>
          </p:nvPr>
        </p:nvSpPr>
        <p:spPr>
          <a:xfrm>
            <a:off x="457198" y="-510683"/>
            <a:ext cx="8229600" cy="510683"/>
          </a:xfrm>
        </p:spPr>
        <p:txBody>
          <a:bodyPr/>
          <a:lstStyle/>
          <a:p>
            <a:pPr rtl="0" eaLnBrk="1" latinLnBrk="0" hangingPunct="1"/>
            <a:r>
              <a:rPr lang="en-US" sz="1600" b="1" kern="1200">
                <a:solidFill>
                  <a:srgbClr val="3CCD58"/>
                </a:solidFill>
                <a:effectLst/>
                <a:ea typeface="+mn-ea"/>
                <a:cs typeface="+mn-cs"/>
              </a:rPr>
              <a:t>CLOSING SLIDE – </a:t>
            </a:r>
            <a:r>
              <a:rPr lang="en-US" sz="1600" kern="1200">
                <a:solidFill>
                  <a:srgbClr val="3CCD58"/>
                </a:solidFill>
                <a:effectLst/>
                <a:ea typeface="+mn-ea"/>
                <a:cs typeface="+mn-cs"/>
              </a:rPr>
              <a:t>Please keep this this slide in final presentation</a:t>
            </a:r>
            <a:endParaRPr lang="en-US">
              <a:effectLst/>
            </a:endParaRPr>
          </a:p>
          <a:p>
            <a:endParaRPr lang="en-US"/>
          </a:p>
        </p:txBody>
      </p:sp>
    </p:spTree>
    <p:extLst>
      <p:ext uri="{BB962C8B-B14F-4D97-AF65-F5344CB8AC3E}">
        <p14:creationId xmlns:p14="http://schemas.microsoft.com/office/powerpoint/2010/main" val="2511365089"/>
      </p:ext>
    </p:extLst>
  </p:cSld>
  <p:clrMapOvr>
    <a:masterClrMapping/>
  </p:clrMapOvr>
</p:sld>
</file>

<file path=ppt/theme/theme1.xml><?xml version="1.0" encoding="utf-8"?>
<a:theme xmlns:a="http://schemas.openxmlformats.org/drawingml/2006/main" name="White content slides">
  <a:themeElements>
    <a:clrScheme name="Advancing Energy Tech color palette">
      <a:dk1>
        <a:srgbClr val="0A2F24"/>
      </a:dk1>
      <a:lt1>
        <a:srgbClr val="FFFFFF"/>
      </a:lt1>
      <a:dk2>
        <a:srgbClr val="3DCD58"/>
      </a:dk2>
      <a:lt2>
        <a:srgbClr val="009530"/>
      </a:lt2>
      <a:accent1>
        <a:srgbClr val="5EFF59"/>
      </a:accent1>
      <a:accent2>
        <a:srgbClr val="FFCE00"/>
      </a:accent2>
      <a:accent3>
        <a:srgbClr val="2040FF"/>
      </a:accent3>
      <a:accent4>
        <a:srgbClr val="24F0FF"/>
      </a:accent4>
      <a:accent5>
        <a:srgbClr val="E7FFD9"/>
      </a:accent5>
      <a:accent6>
        <a:srgbClr val="FF0050"/>
      </a:accent6>
      <a:hlink>
        <a:srgbClr val="2040FF"/>
      </a:hlink>
      <a:folHlink>
        <a:srgbClr val="00F4FF"/>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Presentation1" id="{5AEA4EDA-DBB7-4607-8F98-64F88A7EDE04}" vid="{DFC1A29F-53C0-4E13-B5F1-F114CF188151}"/>
    </a:ext>
  </a:extLst>
</a:theme>
</file>

<file path=ppt/theme/theme2.xml><?xml version="1.0" encoding="utf-8"?>
<a:theme xmlns:a="http://schemas.openxmlformats.org/drawingml/2006/main" name="Light green content slides">
  <a:themeElements>
    <a:clrScheme name="Advancing Energy Tech color palette">
      <a:dk1>
        <a:srgbClr val="0A2F24"/>
      </a:dk1>
      <a:lt1>
        <a:srgbClr val="FFFFFF"/>
      </a:lt1>
      <a:dk2>
        <a:srgbClr val="3DCD58"/>
      </a:dk2>
      <a:lt2>
        <a:srgbClr val="009530"/>
      </a:lt2>
      <a:accent1>
        <a:srgbClr val="5EFF59"/>
      </a:accent1>
      <a:accent2>
        <a:srgbClr val="FFCE00"/>
      </a:accent2>
      <a:accent3>
        <a:srgbClr val="2040FF"/>
      </a:accent3>
      <a:accent4>
        <a:srgbClr val="24F0FF"/>
      </a:accent4>
      <a:accent5>
        <a:srgbClr val="E7FFD9"/>
      </a:accent5>
      <a:accent6>
        <a:srgbClr val="FF0050"/>
      </a:accent6>
      <a:hlink>
        <a:srgbClr val="2040FF"/>
      </a:hlink>
      <a:folHlink>
        <a:srgbClr val="00F4FF"/>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wrap="none" lIns="0" tIns="0" rIns="0" bIns="0" rtlCol="0">
        <a:spAutoFit/>
      </a:bodyPr>
      <a:lstStyle>
        <a:defPPr algn="l">
          <a:defRPr sz="1600" dirty="0" smtClean="0"/>
        </a:defPPr>
      </a:lstStyle>
    </a:txDef>
  </a:objectDefaults>
  <a:extraClrSchemeLst/>
  <a:extLst>
    <a:ext uri="{05A4C25C-085E-4340-85A3-A5531E510DB2}">
      <thm15:themeFamily xmlns:thm15="http://schemas.microsoft.com/office/thememl/2012/main" name="Presentation1" id="{5AEA4EDA-DBB7-4607-8F98-64F88A7EDE04}" vid="{F8B2DA32-3C05-425A-A41D-1542F51A63B6}"/>
    </a:ext>
  </a:extLst>
</a:theme>
</file>

<file path=ppt/theme/theme3.xml><?xml version="1.0" encoding="utf-8"?>
<a:theme xmlns:a="http://schemas.openxmlformats.org/drawingml/2006/main" name="Dark green content slides">
  <a:themeElements>
    <a:clrScheme name="Advancing Energy Tech color palette">
      <a:dk1>
        <a:srgbClr val="0A2F24"/>
      </a:dk1>
      <a:lt1>
        <a:srgbClr val="FFFFFF"/>
      </a:lt1>
      <a:dk2>
        <a:srgbClr val="3DCD58"/>
      </a:dk2>
      <a:lt2>
        <a:srgbClr val="009530"/>
      </a:lt2>
      <a:accent1>
        <a:srgbClr val="5EFF59"/>
      </a:accent1>
      <a:accent2>
        <a:srgbClr val="FFCE00"/>
      </a:accent2>
      <a:accent3>
        <a:srgbClr val="2040FF"/>
      </a:accent3>
      <a:accent4>
        <a:srgbClr val="24F0FF"/>
      </a:accent4>
      <a:accent5>
        <a:srgbClr val="E7FFD9"/>
      </a:accent5>
      <a:accent6>
        <a:srgbClr val="FF0050"/>
      </a:accent6>
      <a:hlink>
        <a:srgbClr val="2040FF"/>
      </a:hlink>
      <a:folHlink>
        <a:srgbClr val="00F4FF"/>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wrap="none" lIns="0" tIns="0" rIns="0" bIns="0" rtlCol="0">
        <a:spAutoFit/>
      </a:bodyPr>
      <a:lstStyle>
        <a:defPPr algn="l">
          <a:defRPr sz="1600" dirty="0" smtClean="0"/>
        </a:defPPr>
      </a:lstStyle>
    </a:txDef>
  </a:objectDefaults>
  <a:extraClrSchemeLst/>
  <a:extLst>
    <a:ext uri="{05A4C25C-085E-4340-85A3-A5531E510DB2}">
      <thm15:themeFamily xmlns:thm15="http://schemas.microsoft.com/office/thememl/2012/main" name="Presentation1" id="{5AEA4EDA-DBB7-4607-8F98-64F88A7EDE04}" vid="{4BCA4E32-CC55-4ABC-926B-F6F46EDFF5B7}"/>
    </a:ext>
  </a:extLst>
</a:theme>
</file>

<file path=ppt/theme/theme4.xml><?xml version="1.0" encoding="utf-8"?>
<a:theme xmlns:a="http://schemas.openxmlformats.org/drawingml/2006/main" name="Gradient content slides">
  <a:themeElements>
    <a:clrScheme name="Advancing Energy Tech color palette">
      <a:dk1>
        <a:srgbClr val="0A2F24"/>
      </a:dk1>
      <a:lt1>
        <a:srgbClr val="FFFFFF"/>
      </a:lt1>
      <a:dk2>
        <a:srgbClr val="3DCD58"/>
      </a:dk2>
      <a:lt2>
        <a:srgbClr val="009530"/>
      </a:lt2>
      <a:accent1>
        <a:srgbClr val="5EFF59"/>
      </a:accent1>
      <a:accent2>
        <a:srgbClr val="FFCE00"/>
      </a:accent2>
      <a:accent3>
        <a:srgbClr val="2040FF"/>
      </a:accent3>
      <a:accent4>
        <a:srgbClr val="24F0FF"/>
      </a:accent4>
      <a:accent5>
        <a:srgbClr val="E7FFD9"/>
      </a:accent5>
      <a:accent6>
        <a:srgbClr val="FF0050"/>
      </a:accent6>
      <a:hlink>
        <a:srgbClr val="2040FF"/>
      </a:hlink>
      <a:folHlink>
        <a:srgbClr val="00F4FF"/>
      </a:folHlink>
    </a:clrScheme>
    <a:fontScheme name="poppins">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ap="rnd">
          <a:solidFill>
            <a:srgbClr val="4F5156"/>
          </a:solidFill>
        </a:ln>
        <a:effectLst/>
      </a:spPr>
      <a:bodyPr/>
      <a:lstStyle/>
      <a:style>
        <a:lnRef idx="2">
          <a:schemeClr val="accent1"/>
        </a:lnRef>
        <a:fillRef idx="0">
          <a:schemeClr val="accent1"/>
        </a:fillRef>
        <a:effectRef idx="1">
          <a:schemeClr val="accent1"/>
        </a:effectRef>
        <a:fontRef idx="minor">
          <a:schemeClr val="tx1"/>
        </a:fontRef>
      </a:style>
    </a:lnDef>
    <a:txDef>
      <a:spPr/>
      <a:bodyPr vert="horz" wrap="none" lIns="0" tIns="0" rIns="0" bIns="0" rtlCol="0">
        <a:spAutoFit/>
      </a:bodyPr>
      <a:lstStyle>
        <a:defPPr algn="l">
          <a:defRPr sz="1600" dirty="0" smtClean="0"/>
        </a:defPPr>
      </a:lstStyle>
    </a:txDef>
  </a:objectDefaults>
  <a:extraClrSchemeLst/>
  <a:extLst>
    <a:ext uri="{05A4C25C-085E-4340-85A3-A5531E510DB2}">
      <thm15:themeFamily xmlns:thm15="http://schemas.microsoft.com/office/thememl/2012/main" name="Presentation1" id="{5AEA4EDA-DBB7-4607-8F98-64F88A7EDE04}" vid="{0B3D91AA-6316-44DF-BB24-9D4074CDA49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AA9F36219BC2428DBA8B5204667E76" ma:contentTypeVersion="20" ma:contentTypeDescription="Crée un document." ma:contentTypeScope="" ma:versionID="e9bfd65bb52cc0c2f2308243965c2672">
  <xsd:schema xmlns:xsd="http://www.w3.org/2001/XMLSchema" xmlns:xs="http://www.w3.org/2001/XMLSchema" xmlns:p="http://schemas.microsoft.com/office/2006/metadata/properties" xmlns:ns1="http://schemas.microsoft.com/sharepoint/v3" xmlns:ns2="9a049baf-8509-4b4d-8bc8-b43488d117ad" xmlns:ns3="535c590c-eefa-4579-ae38-8177f0973544" targetNamespace="http://schemas.microsoft.com/office/2006/metadata/properties" ma:root="true" ma:fieldsID="7b600dd4154be5a7db82eaaf94aec451" ns1:_="" ns2:_="" ns3:_="">
    <xsd:import namespace="http://schemas.microsoft.com/sharepoint/v3"/>
    <xsd:import namespace="9a049baf-8509-4b4d-8bc8-b43488d117ad"/>
    <xsd:import namespace="535c590c-eefa-4579-ae38-8177f097354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3:SharedWithUsers" minOccurs="0"/>
                <xsd:element ref="ns3:SharedWithDetails" minOccurs="0"/>
                <xsd:element ref="ns2:MediaLengthInSeconds" minOccurs="0"/>
                <xsd:element ref="ns2:MediaServiceObjectDetectorVersions" minOccurs="0"/>
                <xsd:element ref="ns2:MediaServiceSearchProperties" minOccurs="0"/>
                <xsd:element ref="ns1:_ip_UnifiedCompliancePolicyProperties" minOccurs="0"/>
                <xsd:element ref="ns1:_ip_UnifiedCompliancePolicyUIAction"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Propriétés de la stratégie de conformité unifiée" ma:hidden="true" ma:internalName="_ip_UnifiedCompliancePolicyProperties">
      <xsd:simpleType>
        <xsd:restriction base="dms:Note"/>
      </xsd:simpleType>
    </xsd:element>
    <xsd:element name="_ip_UnifiedCompliancePolicyUIAction" ma:index="25" nillable="true" ma:displayName="Action d’interface utilisateur de la stratégie de conformité unifiée"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049baf-8509-4b4d-8bc8-b43488d117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e3e82df8-f6af-445d-9b0b-5c4dfc7c59a2"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element name="MediaServiceLocation" ma:index="27"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35c590c-eefa-4579-ae38-8177f097354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19be981-0d55-487c-8182-c45a5d9dcbec}" ma:internalName="TaxCatchAll" ma:showField="CatchAllData" ma:web="535c590c-eefa-4579-ae38-8177f0973544">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35c590c-eefa-4579-ae38-8177f0973544" xsi:nil="true"/>
    <_ip_UnifiedCompliancePolicyUIAction xmlns="http://schemas.microsoft.com/sharepoint/v3" xsi:nil="true"/>
    <lcf76f155ced4ddcb4097134ff3c332f xmlns="9a049baf-8509-4b4d-8bc8-b43488d117ad">
      <Terms xmlns="http://schemas.microsoft.com/office/infopath/2007/PartnerControls"/>
    </lcf76f155ced4ddcb4097134ff3c332f>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C43572B-B447-4C6E-9CA4-076B8066A8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a049baf-8509-4b4d-8bc8-b43488d117ad"/>
    <ds:schemaRef ds:uri="535c590c-eefa-4579-ae38-8177f09735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2CF00BF-0DF2-4ACD-BF59-54E296D2E59C}">
  <ds:schemaRefs>
    <ds:schemaRef ds:uri="http://schemas.microsoft.com/office/infopath/2007/PartnerControls"/>
    <ds:schemaRef ds:uri="http://schemas.microsoft.com/office/2006/documentManagement/types"/>
    <ds:schemaRef ds:uri="aaaddd46-41cd-46fc-be13-f23289cc0a96"/>
    <ds:schemaRef ds:uri="http://www.w3.org/XML/1998/namespace"/>
    <ds:schemaRef ds:uri="http://purl.org/dc/terms/"/>
    <ds:schemaRef ds:uri="0b0b5cd7-2237-487b-b117-8ea44bceea30"/>
    <ds:schemaRef ds:uri="http://purl.org/dc/dcmitype/"/>
    <ds:schemaRef ds:uri="http://purl.org/dc/elements/1.1/"/>
    <ds:schemaRef ds:uri="http://schemas.openxmlformats.org/package/2006/metadata/core-properties"/>
    <ds:schemaRef ds:uri="http://schemas.microsoft.com/sharepoint/v3"/>
    <ds:schemaRef ds:uri="http://schemas.microsoft.com/office/2006/metadata/properties"/>
    <ds:schemaRef ds:uri="535c590c-eefa-4579-ae38-8177f0973544"/>
    <ds:schemaRef ds:uri="9a049baf-8509-4b4d-8bc8-b43488d117ad"/>
  </ds:schemaRefs>
</ds:datastoreItem>
</file>

<file path=customXml/itemProps3.xml><?xml version="1.0" encoding="utf-8"?>
<ds:datastoreItem xmlns:ds="http://schemas.openxmlformats.org/officeDocument/2006/customXml" ds:itemID="{C21661C0-8723-4882-8F1C-AB3DCF5F203A}">
  <ds:schemaRefs>
    <ds:schemaRef ds:uri="http://schemas.microsoft.com/sharepoint/v3/contenttype/forms"/>
  </ds:schemaRefs>
</ds:datastoreItem>
</file>

<file path=docMetadata/LabelInfo.xml><?xml version="1.0" encoding="utf-8"?>
<clbl:labelList xmlns:clbl="http://schemas.microsoft.com/office/2020/mipLabelMetadata">
  <clbl:label id="{57443d00-af18-408c-9335-47b5de3ec9b9}" enabled="1" method="Privileged" siteId="{6e51e1ad-c54b-4b39-b598-0ffe9ae68fef}" contentBits="2" removed="0"/>
</clbl:labelList>
</file>

<file path=docProps/app.xml><?xml version="1.0" encoding="utf-8"?>
<Properties xmlns="http://schemas.openxmlformats.org/officeDocument/2006/extended-properties" xmlns:vt="http://schemas.openxmlformats.org/officeDocument/2006/docPropsVTypes">
  <Template>SE Global Template</Template>
  <TotalTime>1</TotalTime>
  <Words>2412</Words>
  <Application>Microsoft Office PowerPoint</Application>
  <PresentationFormat>On-screen Show (16:9)</PresentationFormat>
  <Paragraphs>346</Paragraphs>
  <Slides>13</Slides>
  <Notes>13</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13</vt:i4>
      </vt:variant>
    </vt:vector>
  </HeadingPairs>
  <TitlesOfParts>
    <vt:vector size="24" baseType="lpstr">
      <vt:lpstr>Aptos</vt:lpstr>
      <vt:lpstr>Arial</vt:lpstr>
      <vt:lpstr>Calibri</vt:lpstr>
      <vt:lpstr>Lucida Grande</vt:lpstr>
      <vt:lpstr>Poppins</vt:lpstr>
      <vt:lpstr>Zalando Sans</vt:lpstr>
      <vt:lpstr>Zalando Sans Medium</vt:lpstr>
      <vt:lpstr>White content slides</vt:lpstr>
      <vt:lpstr>Light green content slides</vt:lpstr>
      <vt:lpstr>Dark green content slides</vt:lpstr>
      <vt:lpstr>Gradient content slides</vt:lpstr>
      <vt:lpstr>GEO Content Engine</vt:lpstr>
      <vt:lpstr>Executive summary</vt:lpstr>
      <vt:lpstr>Buyers now ask AI first, and act on the answer</vt:lpstr>
      <vt:lpstr>Distributor IQ shows the gap. Closing it is still manual</vt:lpstr>
      <vt:lpstr>Three versions, each one de-risking the next</vt:lpstr>
      <vt:lpstr>Architecture 1 · Core GEO content pipeline</vt:lpstr>
      <vt:lpstr>Why Distributor IQ is part of the architecture</vt:lpstr>
      <vt:lpstr>Architecture 2 · Distributor IQ to GEO content engine</vt:lpstr>
      <vt:lpstr>Category readiness audit: Breakers and Contactors</vt:lpstr>
      <vt:lpstr>One knowledge base, tailored for every distributor</vt:lpstr>
      <vt:lpstr>Prerequisites to build it with Claude Code</vt:lpstr>
      <vt:lpstr>Governance and top risks</vt:lpstr>
      <vt:lpstr>CLOSING SLIDE – Please keep this this slide in final presentation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Valentine FAVET</dc:creator>
  <cp:lastModifiedBy>Khushboo Nijhawan</cp:lastModifiedBy>
  <cp:revision>1</cp:revision>
  <dcterms:created xsi:type="dcterms:W3CDTF">2026-07-07T08:46:57Z</dcterms:created>
  <dcterms:modified xsi:type="dcterms:W3CDTF">2026-10-07T06:54:09Z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0x010100D8AA9F36219BC2428DBA8B5204667E76</vt:lpwstr>
  </property>
  <property fmtid="{D5CDD505-2E9C-101B-9397-08002B2CF9AE}" pid="3" name="MediaServiceImageTags">
    <vt:lpwstr/>
  </property>
  <property fmtid="{D5CDD505-2E9C-101B-9397-08002B2CF9AE}" pid="4" name="ClassificationContentMarkingFooterLocations">
    <vt:lpwstr>White content slides:4\Light green content slides:4\Dark green content slides:4\Gradient content slides:5</vt:lpwstr>
  </property>
  <property fmtid="{D5CDD505-2E9C-101B-9397-08002B2CF9AE}" pid="5" name="ClassificationContentMarkingFooterText">
    <vt:lpwstr>General</vt:lpwstr>
  </property>
</Properties>
</file>