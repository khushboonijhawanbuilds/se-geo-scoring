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414D5E-3E52-3F07-0FE5-C500C1ABEFC6}" v="1" dt="2026-10-13T08:04:31.372"/>
    <p1510:client id="{B577A9AA-6710-4C33-B280-CF3D9889395A}" v="1071" dt="2026-10-13T13:02:21.401"/>
    <p1510:client id="{E6877B91-F74B-FA77-D2BD-E834148061C1}" v="50" dt="2026-10-13T12:20:13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FALKOWSKI" userId="S::sesa327880@se.com::112a280c-1c34-4958-b1ca-adf37efa4f18" providerId="AD" clId="Web-{47414D5E-3E52-3F07-0FE5-C500C1ABEFC6}"/>
    <pc:docChg chg="addSld">
      <pc:chgData name="JAKUB FALKOWSKI" userId="S::sesa327880@se.com::112a280c-1c34-4958-b1ca-adf37efa4f18" providerId="AD" clId="Web-{47414D5E-3E52-3F07-0FE5-C500C1ABEFC6}" dt="2026-10-13T08:04:31.372" v="0"/>
      <pc:docMkLst>
        <pc:docMk/>
      </pc:docMkLst>
      <pc:sldChg chg="new">
        <pc:chgData name="JAKUB FALKOWSKI" userId="S::sesa327880@se.com::112a280c-1c34-4958-b1ca-adf37efa4f18" providerId="AD" clId="Web-{47414D5E-3E52-3F07-0FE5-C500C1ABEFC6}" dt="2026-10-13T08:04:31.372" v="0"/>
        <pc:sldMkLst>
          <pc:docMk/>
          <pc:sldMk cId="1752863320" sldId="263"/>
        </pc:sldMkLst>
      </pc:sldChg>
    </pc:docChg>
  </pc:docChgLst>
  <pc:docChgLst>
    <pc:chgData name="JAKUB FALKOWSKI" userId="112a280c-1c34-4958-b1ca-adf37efa4f18" providerId="ADAL" clId="{7C72F3EB-95C4-4FA0-9E14-31F0B139E99D}"/>
    <pc:docChg chg="custSel addSld delSld modSld sldOrd">
      <pc:chgData name="JAKUB FALKOWSKI" userId="112a280c-1c34-4958-b1ca-adf37efa4f18" providerId="ADAL" clId="{7C72F3EB-95C4-4FA0-9E14-31F0B139E99D}" dt="2026-10-13T13:02:21.401" v="1073" actId="113"/>
      <pc:docMkLst>
        <pc:docMk/>
      </pc:docMkLst>
      <pc:sldChg chg="addSp modSp mod">
        <pc:chgData name="JAKUB FALKOWSKI" userId="112a280c-1c34-4958-b1ca-adf37efa4f18" providerId="ADAL" clId="{7C72F3EB-95C4-4FA0-9E14-31F0B139E99D}" dt="2026-10-13T13:00:48.711" v="1065" actId="113"/>
        <pc:sldMkLst>
          <pc:docMk/>
          <pc:sldMk cId="0" sldId="257"/>
        </pc:sldMkLst>
        <pc:spChg chg="add mod">
          <ac:chgData name="JAKUB FALKOWSKI" userId="112a280c-1c34-4958-b1ca-adf37efa4f18" providerId="ADAL" clId="{7C72F3EB-95C4-4FA0-9E14-31F0B139E99D}" dt="2026-10-13T13:00:48.711" v="1065" actId="113"/>
          <ac:spMkLst>
            <pc:docMk/>
            <pc:sldMk cId="0" sldId="257"/>
            <ac:spMk id="40" creationId="{55B2E77F-64C1-4E05-A080-E2F9B9EB1FEC}"/>
          </ac:spMkLst>
        </pc:spChg>
      </pc:sldChg>
      <pc:sldChg chg="modSp mod">
        <pc:chgData name="JAKUB FALKOWSKI" userId="112a280c-1c34-4958-b1ca-adf37efa4f18" providerId="ADAL" clId="{7C72F3EB-95C4-4FA0-9E14-31F0B139E99D}" dt="2026-10-13T12:21:17.076" v="174" actId="108"/>
        <pc:sldMkLst>
          <pc:docMk/>
          <pc:sldMk cId="0" sldId="258"/>
        </pc:sldMkLst>
        <pc:spChg chg="mod">
          <ac:chgData name="JAKUB FALKOWSKI" userId="112a280c-1c34-4958-b1ca-adf37efa4f18" providerId="ADAL" clId="{7C72F3EB-95C4-4FA0-9E14-31F0B139E99D}" dt="2026-10-13T12:21:17.076" v="174" actId="108"/>
          <ac:spMkLst>
            <pc:docMk/>
            <pc:sldMk cId="0" sldId="258"/>
            <ac:spMk id="18" creationId="{00000000-0000-0000-0000-000000000000}"/>
          </ac:spMkLst>
        </pc:spChg>
        <pc:spChg chg="mod">
          <ac:chgData name="JAKUB FALKOWSKI" userId="112a280c-1c34-4958-b1ca-adf37efa4f18" providerId="ADAL" clId="{7C72F3EB-95C4-4FA0-9E14-31F0B139E99D}" dt="2026-10-13T12:20:52.059" v="173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JAKUB FALKOWSKI" userId="112a280c-1c34-4958-b1ca-adf37efa4f18" providerId="ADAL" clId="{7C72F3EB-95C4-4FA0-9E14-31F0B139E99D}" dt="2026-10-13T12:20:52.059" v="173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JAKUB FALKOWSKI" userId="112a280c-1c34-4958-b1ca-adf37efa4f18" providerId="ADAL" clId="{7C72F3EB-95C4-4FA0-9E14-31F0B139E99D}" dt="2026-10-13T12:20:52.059" v="173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JAKUB FALKOWSKI" userId="112a280c-1c34-4958-b1ca-adf37efa4f18" providerId="ADAL" clId="{7C72F3EB-95C4-4FA0-9E14-31F0B139E99D}" dt="2026-10-13T12:20:52.059" v="173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JAKUB FALKOWSKI" userId="112a280c-1c34-4958-b1ca-adf37efa4f18" providerId="ADAL" clId="{7C72F3EB-95C4-4FA0-9E14-31F0B139E99D}" dt="2026-10-13T12:20:52.059" v="173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JAKUB FALKOWSKI" userId="112a280c-1c34-4958-b1ca-adf37efa4f18" providerId="ADAL" clId="{7C72F3EB-95C4-4FA0-9E14-31F0B139E99D}" dt="2026-10-13T12:20:52.059" v="173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JAKUB FALKOWSKI" userId="112a280c-1c34-4958-b1ca-adf37efa4f18" providerId="ADAL" clId="{7C72F3EB-95C4-4FA0-9E14-31F0B139E99D}" dt="2026-10-13T12:20:52.059" v="173" actId="107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JAKUB FALKOWSKI" userId="112a280c-1c34-4958-b1ca-adf37efa4f18" providerId="ADAL" clId="{7C72F3EB-95C4-4FA0-9E14-31F0B139E99D}" dt="2026-10-13T12:20:52.059" v="173" actId="107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JAKUB FALKOWSKI" userId="112a280c-1c34-4958-b1ca-adf37efa4f18" providerId="ADAL" clId="{7C72F3EB-95C4-4FA0-9E14-31F0B139E99D}" dt="2026-10-13T12:20:52.059" v="173" actId="107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JAKUB FALKOWSKI" userId="112a280c-1c34-4958-b1ca-adf37efa4f18" providerId="ADAL" clId="{7C72F3EB-95C4-4FA0-9E14-31F0B139E99D}" dt="2026-10-13T12:20:52.059" v="173" actId="1076"/>
          <ac:spMkLst>
            <pc:docMk/>
            <pc:sldMk cId="0" sldId="258"/>
            <ac:spMk id="30" creationId="{00000000-0000-0000-0000-000000000000}"/>
          </ac:spMkLst>
        </pc:spChg>
        <pc:spChg chg="ord">
          <ac:chgData name="JAKUB FALKOWSKI" userId="112a280c-1c34-4958-b1ca-adf37efa4f18" providerId="ADAL" clId="{7C72F3EB-95C4-4FA0-9E14-31F0B139E99D}" dt="2026-10-13T12:20:35.869" v="172" actId="167"/>
          <ac:spMkLst>
            <pc:docMk/>
            <pc:sldMk cId="0" sldId="258"/>
            <ac:spMk id="31" creationId="{00000000-0000-0000-0000-000000000000}"/>
          </ac:spMkLst>
        </pc:spChg>
      </pc:sldChg>
      <pc:sldChg chg="addSp modSp mod">
        <pc:chgData name="JAKUB FALKOWSKI" userId="112a280c-1c34-4958-b1ca-adf37efa4f18" providerId="ADAL" clId="{7C72F3EB-95C4-4FA0-9E14-31F0B139E99D}" dt="2026-10-13T12:25:57.189" v="232" actId="1076"/>
        <pc:sldMkLst>
          <pc:docMk/>
          <pc:sldMk cId="0" sldId="259"/>
        </pc:sldMkLst>
        <pc:spChg chg="add mod">
          <ac:chgData name="JAKUB FALKOWSKI" userId="112a280c-1c34-4958-b1ca-adf37efa4f18" providerId="ADAL" clId="{7C72F3EB-95C4-4FA0-9E14-31F0B139E99D}" dt="2026-10-13T12:25:33.697" v="176" actId="1076"/>
          <ac:spMkLst>
            <pc:docMk/>
            <pc:sldMk cId="0" sldId="259"/>
            <ac:spMk id="28" creationId="{8912D456-1A4F-C29C-32CC-F4AD17B7E3F6}"/>
          </ac:spMkLst>
        </pc:spChg>
        <pc:spChg chg="add mod">
          <ac:chgData name="JAKUB FALKOWSKI" userId="112a280c-1c34-4958-b1ca-adf37efa4f18" providerId="ADAL" clId="{7C72F3EB-95C4-4FA0-9E14-31F0B139E99D}" dt="2026-10-13T12:25:48.427" v="230" actId="20577"/>
          <ac:spMkLst>
            <pc:docMk/>
            <pc:sldMk cId="0" sldId="259"/>
            <ac:spMk id="30" creationId="{563B78D9-D6D0-E885-549B-A018A297C5C6}"/>
          </ac:spMkLst>
        </pc:spChg>
        <pc:picChg chg="add mod">
          <ac:chgData name="JAKUB FALKOWSKI" userId="112a280c-1c34-4958-b1ca-adf37efa4f18" providerId="ADAL" clId="{7C72F3EB-95C4-4FA0-9E14-31F0B139E99D}" dt="2026-10-13T12:25:57.189" v="232" actId="1076"/>
          <ac:picMkLst>
            <pc:docMk/>
            <pc:sldMk cId="0" sldId="259"/>
            <ac:picMk id="32" creationId="{6906483C-8101-C730-60D4-51D1B035E3BE}"/>
          </ac:picMkLst>
        </pc:picChg>
      </pc:sldChg>
      <pc:sldChg chg="modSp mod">
        <pc:chgData name="JAKUB FALKOWSKI" userId="112a280c-1c34-4958-b1ca-adf37efa4f18" providerId="ADAL" clId="{7C72F3EB-95C4-4FA0-9E14-31F0B139E99D}" dt="2026-10-13T08:26:25.061" v="170" actId="20577"/>
        <pc:sldMkLst>
          <pc:docMk/>
          <pc:sldMk cId="0" sldId="262"/>
        </pc:sldMkLst>
        <pc:spChg chg="mod">
          <ac:chgData name="JAKUB FALKOWSKI" userId="112a280c-1c34-4958-b1ca-adf37efa4f18" providerId="ADAL" clId="{7C72F3EB-95C4-4FA0-9E14-31F0B139E99D}" dt="2026-10-13T08:26:25.061" v="170" actId="20577"/>
          <ac:spMkLst>
            <pc:docMk/>
            <pc:sldMk cId="0" sldId="262"/>
            <ac:spMk id="6" creationId="{00000000-0000-0000-0000-000000000000}"/>
          </ac:spMkLst>
        </pc:spChg>
      </pc:sldChg>
      <pc:sldChg chg="del">
        <pc:chgData name="JAKUB FALKOWSKI" userId="112a280c-1c34-4958-b1ca-adf37efa4f18" providerId="ADAL" clId="{7C72F3EB-95C4-4FA0-9E14-31F0B139E99D}" dt="2026-10-13T08:05:10.311" v="2" actId="47"/>
        <pc:sldMkLst>
          <pc:docMk/>
          <pc:sldMk cId="1752863320" sldId="263"/>
        </pc:sldMkLst>
      </pc:sldChg>
      <pc:sldChg chg="addSp modSp new mod ord">
        <pc:chgData name="JAKUB FALKOWSKI" userId="112a280c-1c34-4958-b1ca-adf37efa4f18" providerId="ADAL" clId="{7C72F3EB-95C4-4FA0-9E14-31F0B139E99D}" dt="2026-10-13T13:02:21.401" v="1073" actId="113"/>
        <pc:sldMkLst>
          <pc:docMk/>
          <pc:sldMk cId="4151409400" sldId="263"/>
        </pc:sldMkLst>
        <pc:spChg chg="add mod">
          <ac:chgData name="JAKUB FALKOWSKI" userId="112a280c-1c34-4958-b1ca-adf37efa4f18" providerId="ADAL" clId="{7C72F3EB-95C4-4FA0-9E14-31F0B139E99D}" dt="2026-10-13T13:02:21.401" v="1073" actId="113"/>
          <ac:spMkLst>
            <pc:docMk/>
            <pc:sldMk cId="4151409400" sldId="263"/>
            <ac:spMk id="3" creationId="{A3E0FB03-9E8F-7882-5F96-173F6F497413}"/>
          </ac:spMkLst>
        </pc:spChg>
      </pc:sldChg>
      <pc:sldChg chg="addSp delSp modSp new del mod ord chgLayout">
        <pc:chgData name="JAKUB FALKOWSKI" userId="112a280c-1c34-4958-b1ca-adf37efa4f18" providerId="ADAL" clId="{7C72F3EB-95C4-4FA0-9E14-31F0B139E99D}" dt="2026-10-13T08:34:04.313" v="171" actId="47"/>
        <pc:sldMkLst>
          <pc:docMk/>
          <pc:sldMk cId="2715563420" sldId="264"/>
        </pc:sldMkLst>
        <pc:spChg chg="add del mod">
          <ac:chgData name="JAKUB FALKOWSKI" userId="112a280c-1c34-4958-b1ca-adf37efa4f18" providerId="ADAL" clId="{7C72F3EB-95C4-4FA0-9E14-31F0B139E99D}" dt="2026-10-13T08:05:32.385" v="6" actId="478"/>
          <ac:spMkLst>
            <pc:docMk/>
            <pc:sldMk cId="2715563420" sldId="264"/>
            <ac:spMk id="2" creationId="{993D5DF6-832F-051F-D6F0-25C73BCD6F59}"/>
          </ac:spMkLst>
        </pc:spChg>
      </pc:sldChg>
    </pc:docChg>
  </pc:docChgLst>
  <pc:docChgLst>
    <pc:chgData name="JAKUB FALKOWSKI" userId="S::sesa327880@se.com::112a280c-1c34-4958-b1ca-adf37efa4f18" providerId="AD" clId="Web-{E6877B91-F74B-FA77-D2BD-E834148061C1}"/>
    <pc:docChg chg="modSld">
      <pc:chgData name="JAKUB FALKOWSKI" userId="S::sesa327880@se.com::112a280c-1c34-4958-b1ca-adf37efa4f18" providerId="AD" clId="Web-{E6877B91-F74B-FA77-D2BD-E834148061C1}" dt="2026-10-13T12:20:13.963" v="49" actId="1076"/>
      <pc:docMkLst>
        <pc:docMk/>
      </pc:docMkLst>
      <pc:sldChg chg="modSp">
        <pc:chgData name="JAKUB FALKOWSKI" userId="S::sesa327880@se.com::112a280c-1c34-4958-b1ca-adf37efa4f18" providerId="AD" clId="Web-{E6877B91-F74B-FA77-D2BD-E834148061C1}" dt="2026-10-13T12:20:13.963" v="49" actId="1076"/>
        <pc:sldMkLst>
          <pc:docMk/>
          <pc:sldMk cId="0" sldId="258"/>
        </pc:sldMkLst>
        <pc:spChg chg="mod">
          <ac:chgData name="JAKUB FALKOWSKI" userId="S::sesa327880@se.com::112a280c-1c34-4958-b1ca-adf37efa4f18" providerId="AD" clId="Web-{E6877B91-F74B-FA77-D2BD-E834148061C1}" dt="2026-10-13T12:20:05.713" v="36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JAKUB FALKOWSKI" userId="S::sesa327880@se.com::112a280c-1c34-4958-b1ca-adf37efa4f18" providerId="AD" clId="Web-{E6877B91-F74B-FA77-D2BD-E834148061C1}" dt="2026-10-13T12:20:13.650" v="37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JAKUB FALKOWSKI" userId="S::sesa327880@se.com::112a280c-1c34-4958-b1ca-adf37efa4f18" providerId="AD" clId="Web-{E6877B91-F74B-FA77-D2BD-E834148061C1}" dt="2026-10-13T12:20:13.697" v="39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JAKUB FALKOWSKI" userId="S::sesa327880@se.com::112a280c-1c34-4958-b1ca-adf37efa4f18" providerId="AD" clId="Web-{E6877B91-F74B-FA77-D2BD-E834148061C1}" dt="2026-10-13T12:20:13.728" v="40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JAKUB FALKOWSKI" userId="S::sesa327880@se.com::112a280c-1c34-4958-b1ca-adf37efa4f18" providerId="AD" clId="Web-{E6877B91-F74B-FA77-D2BD-E834148061C1}" dt="2026-10-13T12:20:13.760" v="41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JAKUB FALKOWSKI" userId="S::sesa327880@se.com::112a280c-1c34-4958-b1ca-adf37efa4f18" providerId="AD" clId="Web-{E6877B91-F74B-FA77-D2BD-E834148061C1}" dt="2026-10-13T12:20:13.775" v="42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JAKUB FALKOWSKI" userId="S::sesa327880@se.com::112a280c-1c34-4958-b1ca-adf37efa4f18" providerId="AD" clId="Web-{E6877B91-F74B-FA77-D2BD-E834148061C1}" dt="2026-10-13T12:20:13.807" v="43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JAKUB FALKOWSKI" userId="S::sesa327880@se.com::112a280c-1c34-4958-b1ca-adf37efa4f18" providerId="AD" clId="Web-{E6877B91-F74B-FA77-D2BD-E834148061C1}" dt="2026-10-13T12:20:13.838" v="44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JAKUB FALKOWSKI" userId="S::sesa327880@se.com::112a280c-1c34-4958-b1ca-adf37efa4f18" providerId="AD" clId="Web-{E6877B91-F74B-FA77-D2BD-E834148061C1}" dt="2026-10-13T12:20:13.869" v="45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JAKUB FALKOWSKI" userId="S::sesa327880@se.com::112a280c-1c34-4958-b1ca-adf37efa4f18" providerId="AD" clId="Web-{E6877B91-F74B-FA77-D2BD-E834148061C1}" dt="2026-10-13T12:20:13.885" v="46" actId="107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JAKUB FALKOWSKI" userId="S::sesa327880@se.com::112a280c-1c34-4958-b1ca-adf37efa4f18" providerId="AD" clId="Web-{E6877B91-F74B-FA77-D2BD-E834148061C1}" dt="2026-10-13T12:20:13.916" v="47" actId="107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JAKUB FALKOWSKI" userId="S::sesa327880@se.com::112a280c-1c34-4958-b1ca-adf37efa4f18" providerId="AD" clId="Web-{E6877B91-F74B-FA77-D2BD-E834148061C1}" dt="2026-10-13T12:20:13.932" v="48" actId="107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JAKUB FALKOWSKI" userId="S::sesa327880@se.com::112a280c-1c34-4958-b1ca-adf37efa4f18" providerId="AD" clId="Web-{E6877B91-F74B-FA77-D2BD-E834148061C1}" dt="2026-10-13T12:20:13.963" v="49" actId="1076"/>
          <ac:spMkLst>
            <pc:docMk/>
            <pc:sldMk cId="0" sldId="258"/>
            <ac:spMk id="30" creationId="{00000000-0000-0000-0000-000000000000}"/>
          </ac:spMkLst>
        </pc:spChg>
        <pc:picChg chg="mod">
          <ac:chgData name="JAKUB FALKOWSKI" userId="S::sesa327880@se.com::112a280c-1c34-4958-b1ca-adf37efa4f18" providerId="AD" clId="Web-{E6877B91-F74B-FA77-D2BD-E834148061C1}" dt="2026-10-13T12:20:13.666" v="38" actId="1076"/>
          <ac:picMkLst>
            <pc:docMk/>
            <pc:sldMk cId="0" sldId="258"/>
            <ac:picMk id="19" creationId="{00000000-0000-0000-0000-000000000000}"/>
          </ac:picMkLst>
        </pc:picChg>
      </pc:sldChg>
      <pc:sldChg chg="modSp">
        <pc:chgData name="JAKUB FALKOWSKI" userId="S::sesa327880@se.com::112a280c-1c34-4958-b1ca-adf37efa4f18" providerId="AD" clId="Web-{E6877B91-F74B-FA77-D2BD-E834148061C1}" dt="2026-10-13T12:08:17.961" v="8" actId="20577"/>
        <pc:sldMkLst>
          <pc:docMk/>
          <pc:sldMk cId="0" sldId="262"/>
        </pc:sldMkLst>
        <pc:spChg chg="mod">
          <ac:chgData name="JAKUB FALKOWSKI" userId="S::sesa327880@se.com::112a280c-1c34-4958-b1ca-adf37efa4f18" providerId="AD" clId="Web-{E6877B91-F74B-FA77-D2BD-E834148061C1}" dt="2026-10-13T12:08:17.961" v="8" actId="20577"/>
          <ac:spMkLst>
            <pc:docMk/>
            <pc:sldMk cId="0" sldId="262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6507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552" y="24231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GEO Score Agent</a:t>
            </a:r>
            <a:endParaRPr lang="en-US" sz="4400"/>
          </a:p>
        </p:txBody>
      </p:sp>
      <p:sp>
        <p:nvSpPr>
          <p:cNvPr id="3" name="Text 1"/>
          <p:cNvSpPr/>
          <p:nvPr/>
        </p:nvSpPr>
        <p:spPr>
          <a:xfrm>
            <a:off x="987552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987552" y="63276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©2026 Schneider Electric. All Rights Reserved.</a:t>
            </a:r>
            <a:endParaRPr lang="en-US" sz="800"/>
          </a:p>
        </p:txBody>
      </p:sp>
      <p:pic>
        <p:nvPicPr>
          <p:cNvPr id="5" name="Image 0" descr="assets/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856" y="6245352"/>
            <a:ext cx="1298448" cy="3870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FEATURES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does: score &amp; recommendations</a:t>
            </a:r>
            <a:endParaRPr lang="en-US" sz="3000"/>
          </a:p>
        </p:txBody>
      </p:sp>
      <p:pic>
        <p:nvPicPr>
          <p:cNvPr id="4" name="Image 0" descr="assets/logo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6355080"/>
            <a:ext cx="1097280" cy="3270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©2026 Schneider Electric. All Rights Reserved.   |   2</a:t>
            </a:r>
            <a:endParaRPr lang="en-US" sz="90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520440" cy="2331720"/>
          </a:xfrm>
          <a:prstGeom prst="rect">
            <a:avLst/>
          </a:prstGeom>
          <a:solidFill>
            <a:srgbClr val="F5F7F6"/>
          </a:solidFill>
          <a:ln w="12700">
            <a:solidFill>
              <a:srgbClr val="F5F7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520440" cy="64008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Shape 5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0A3025"/>
          </a:solidFill>
          <a:ln w="12700">
            <a:solidFill>
              <a:srgbClr val="0A302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0574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the agent runs on</a:t>
            </a:r>
            <a:endParaRPr lang="en-US" sz="1600"/>
          </a:p>
        </p:txBody>
      </p:sp>
      <p:sp>
        <p:nvSpPr>
          <p:cNvPr id="11" name="Text 7"/>
          <p:cNvSpPr/>
          <p:nvPr/>
        </p:nvSpPr>
        <p:spPr>
          <a:xfrm>
            <a:off x="822960" y="26517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brief file</a:t>
            </a:r>
            <a:endParaRPr lang="en-US" sz="1300"/>
          </a:p>
          <a:p>
            <a:pPr marL="0" indent="0">
              <a:spcAft>
                <a:spcPts val="1000"/>
              </a:spcAft>
              <a:buNone/>
            </a:pPr>
            <a:r>
              <a:rPr lang="en-US" sz="120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Ideally a pre-designed intake sheet, so the agent understands it better</a:t>
            </a:r>
            <a:endParaRPr lang="en-US" sz="130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URL</a:t>
            </a:r>
            <a:endParaRPr lang="en-US" sz="1300"/>
          </a:p>
        </p:txBody>
      </p:sp>
      <p:sp>
        <p:nvSpPr>
          <p:cNvPr id="12" name="Shape 8"/>
          <p:cNvSpPr/>
          <p:nvPr/>
        </p:nvSpPr>
        <p:spPr>
          <a:xfrm>
            <a:off x="4343400" y="1600200"/>
            <a:ext cx="3520440" cy="2331720"/>
          </a:xfrm>
          <a:prstGeom prst="rect">
            <a:avLst/>
          </a:prstGeom>
          <a:solidFill>
            <a:srgbClr val="F5F7F6"/>
          </a:solidFill>
          <a:ln w="12700">
            <a:solidFill>
              <a:srgbClr val="F5F7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9"/>
          <p:cNvSpPr/>
          <p:nvPr/>
        </p:nvSpPr>
        <p:spPr>
          <a:xfrm>
            <a:off x="4343400" y="1600200"/>
            <a:ext cx="3520440" cy="64008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0"/>
          <p:cNvSpPr/>
          <p:nvPr/>
        </p:nvSpPr>
        <p:spPr>
          <a:xfrm>
            <a:off x="4617720" y="1920240"/>
            <a:ext cx="548640" cy="548640"/>
          </a:xfrm>
          <a:prstGeom prst="ellipse">
            <a:avLst/>
          </a:prstGeom>
          <a:solidFill>
            <a:srgbClr val="0A3025"/>
          </a:solidFill>
          <a:ln w="12700">
            <a:solidFill>
              <a:srgbClr val="0A302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0574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0352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review</a:t>
            </a:r>
            <a:endParaRPr lang="en-US" sz="1600"/>
          </a:p>
        </p:txBody>
      </p:sp>
      <p:sp>
        <p:nvSpPr>
          <p:cNvPr id="17" name="Text 12"/>
          <p:cNvSpPr/>
          <p:nvPr/>
        </p:nvSpPr>
        <p:spPr>
          <a:xfrm>
            <a:off x="4617720" y="26517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pages at once</a:t>
            </a:r>
            <a:endParaRPr lang="en-US" sz="1300"/>
          </a:p>
          <a:p>
            <a:pPr marL="0" indent="0">
              <a:spcAft>
                <a:spcPts val="1000"/>
              </a:spcAft>
              <a:buNone/>
            </a:pPr>
            <a:r>
              <a:rPr lang="en-US" sz="120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10 URLs or files at the same time</a:t>
            </a:r>
            <a:endParaRPr lang="en-US" sz="1300"/>
          </a:p>
        </p:txBody>
      </p:sp>
      <p:sp>
        <p:nvSpPr>
          <p:cNvPr id="18" name="Shape 13"/>
          <p:cNvSpPr/>
          <p:nvPr/>
        </p:nvSpPr>
        <p:spPr>
          <a:xfrm>
            <a:off x="8138160" y="1600200"/>
            <a:ext cx="3520440" cy="2331720"/>
          </a:xfrm>
          <a:prstGeom prst="rect">
            <a:avLst/>
          </a:prstGeom>
          <a:solidFill>
            <a:srgbClr val="F5F7F6"/>
          </a:solidFill>
          <a:ln w="12700">
            <a:solidFill>
              <a:srgbClr val="F5F7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Shape 14"/>
          <p:cNvSpPr/>
          <p:nvPr/>
        </p:nvSpPr>
        <p:spPr>
          <a:xfrm>
            <a:off x="8138160" y="1600200"/>
            <a:ext cx="3520440" cy="64008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Shape 15"/>
          <p:cNvSpPr/>
          <p:nvPr/>
        </p:nvSpPr>
        <p:spPr>
          <a:xfrm>
            <a:off x="8412480" y="1920240"/>
            <a:ext cx="548640" cy="548640"/>
          </a:xfrm>
          <a:prstGeom prst="ellipse">
            <a:avLst/>
          </a:prstGeom>
          <a:solidFill>
            <a:srgbClr val="0A3025"/>
          </a:solidFill>
          <a:ln w="12700">
            <a:solidFill>
              <a:srgbClr val="0A302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20574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828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recommendations</a:t>
            </a:r>
            <a:endParaRPr lang="en-US" sz="1600"/>
          </a:p>
        </p:txBody>
      </p:sp>
      <p:sp>
        <p:nvSpPr>
          <p:cNvPr id="23" name="Text 17"/>
          <p:cNvSpPr/>
          <p:nvPr/>
        </p:nvSpPr>
        <p:spPr>
          <a:xfrm>
            <a:off x="8412480" y="26517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existing content</a:t>
            </a:r>
            <a:endParaRPr lang="en-US" sz="130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Suggestions to add / remove content</a:t>
            </a:r>
            <a:endParaRPr lang="en-US" sz="1300"/>
          </a:p>
          <a:p>
            <a:pPr marL="0" indent="0">
              <a:spcAft>
                <a:spcPts val="1000"/>
              </a:spcAft>
              <a:buNone/>
            </a:pPr>
            <a:r>
              <a:rPr lang="en-US" sz="120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content is missing</a:t>
            </a:r>
            <a:endParaRPr lang="en-US" sz="1300"/>
          </a:p>
        </p:txBody>
      </p:sp>
      <p:sp>
        <p:nvSpPr>
          <p:cNvPr id="24" name="Text 18"/>
          <p:cNvSpPr/>
          <p:nvPr/>
        </p:nvSpPr>
        <p:spPr>
          <a:xfrm>
            <a:off x="54864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run modes – the user chooses</a:t>
            </a:r>
            <a:endParaRPr lang="en-US" sz="1400"/>
          </a:p>
        </p:txBody>
      </p:sp>
      <p:sp>
        <p:nvSpPr>
          <p:cNvPr id="25" name="Shape 19"/>
          <p:cNvSpPr/>
          <p:nvPr/>
        </p:nvSpPr>
        <p:spPr>
          <a:xfrm>
            <a:off x="548640" y="4663440"/>
            <a:ext cx="3520440" cy="777240"/>
          </a:xfrm>
          <a:prstGeom prst="rect">
            <a:avLst/>
          </a:prstGeom>
          <a:solidFill>
            <a:srgbClr val="0A3025"/>
          </a:solidFill>
          <a:ln w="12700">
            <a:solidFill>
              <a:srgbClr val="0A302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Shape 20"/>
          <p:cNvSpPr/>
          <p:nvPr/>
        </p:nvSpPr>
        <p:spPr>
          <a:xfrm>
            <a:off x="731520" y="4800600"/>
            <a:ext cx="502920" cy="502920"/>
          </a:xfrm>
          <a:prstGeom prst="ellipse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492633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46634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score only</a:t>
            </a:r>
            <a:endParaRPr lang="en-US" sz="1500"/>
          </a:p>
        </p:txBody>
      </p:sp>
      <p:sp>
        <p:nvSpPr>
          <p:cNvPr id="29" name="Shape 22"/>
          <p:cNvSpPr/>
          <p:nvPr/>
        </p:nvSpPr>
        <p:spPr>
          <a:xfrm>
            <a:off x="4343400" y="4663440"/>
            <a:ext cx="3520440" cy="777240"/>
          </a:xfrm>
          <a:prstGeom prst="rect">
            <a:avLst/>
          </a:prstGeom>
          <a:solidFill>
            <a:srgbClr val="0A3025"/>
          </a:solidFill>
          <a:ln w="12700">
            <a:solidFill>
              <a:srgbClr val="0A302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Shape 23"/>
          <p:cNvSpPr/>
          <p:nvPr/>
        </p:nvSpPr>
        <p:spPr>
          <a:xfrm>
            <a:off x="4526280" y="4800600"/>
            <a:ext cx="502920" cy="502920"/>
          </a:xfrm>
          <a:prstGeom prst="ellipse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2010" y="492633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212080" y="46634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only</a:t>
            </a:r>
            <a:endParaRPr lang="en-US" sz="1500"/>
          </a:p>
          <a:p>
            <a:pPr marL="0" indent="0">
              <a:buNone/>
            </a:pPr>
            <a:r>
              <a:rPr lang="en-US" sz="1100">
                <a:solidFill>
                  <a:srgbClr val="B9D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content refresh</a:t>
            </a:r>
            <a:endParaRPr lang="en-US" sz="1500"/>
          </a:p>
        </p:txBody>
      </p:sp>
      <p:sp>
        <p:nvSpPr>
          <p:cNvPr id="33" name="Shape 25"/>
          <p:cNvSpPr/>
          <p:nvPr/>
        </p:nvSpPr>
        <p:spPr>
          <a:xfrm>
            <a:off x="8138160" y="4663440"/>
            <a:ext cx="3520440" cy="777240"/>
          </a:xfrm>
          <a:prstGeom prst="rect">
            <a:avLst/>
          </a:prstGeom>
          <a:solidFill>
            <a:srgbClr val="0A3025"/>
          </a:solidFill>
          <a:ln w="12700">
            <a:solidFill>
              <a:srgbClr val="0A302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Shape 26"/>
          <p:cNvSpPr/>
          <p:nvPr/>
        </p:nvSpPr>
        <p:spPr>
          <a:xfrm>
            <a:off x="8321040" y="4800600"/>
            <a:ext cx="502920" cy="502920"/>
          </a:xfrm>
          <a:prstGeom prst="ellipse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6770" y="4926330"/>
            <a:ext cx="251460" cy="25146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006840" y="46634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1500"/>
          </a:p>
          <a:p>
            <a:pPr marL="0" indent="0">
              <a:buNone/>
            </a:pPr>
            <a:r>
              <a:rPr lang="en-US" sz="1100">
                <a:solidFill>
                  <a:srgbClr val="B9D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+ recommendations</a:t>
            </a:r>
            <a:endParaRPr lang="en-US" sz="150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5788152"/>
            <a:ext cx="228600" cy="22860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68680" y="57607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can still be generated for content that scores above the threshold.</a:t>
            </a:r>
            <a:endParaRPr lang="en-US" sz="1200"/>
          </a:p>
        </p:txBody>
      </p:sp>
      <p:sp>
        <p:nvSpPr>
          <p:cNvPr id="40" name="Text 28">
            <a:extLst>
              <a:ext uri="{FF2B5EF4-FFF2-40B4-BE49-F238E27FC236}">
                <a16:creationId xmlns:a16="http://schemas.microsoft.com/office/drawing/2014/main" id="{55B2E77F-64C1-4E05-A080-E2F9B9EB1FEC}"/>
              </a:ext>
            </a:extLst>
          </p:cNvPr>
          <p:cNvSpPr/>
          <p:nvPr/>
        </p:nvSpPr>
        <p:spPr>
          <a:xfrm>
            <a:off x="868680" y="6080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i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TECHNICAL CHARACTERISTICS TO BE REVIEWED – TECH GEO IS NOT PART OF THIS PROJECT</a:t>
            </a:r>
            <a:endParaRPr lang="en-US" sz="12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4"/>
          <p:cNvSpPr/>
          <p:nvPr/>
        </p:nvSpPr>
        <p:spPr>
          <a:xfrm>
            <a:off x="7543800" y="1600200"/>
            <a:ext cx="4096512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· GEO SCORE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content owner provides for the GEO score</a:t>
            </a:r>
            <a:endParaRPr lang="en-US" sz="3000"/>
          </a:p>
        </p:txBody>
      </p:sp>
      <p:pic>
        <p:nvPicPr>
          <p:cNvPr id="4" name="Image 0" descr="assets/logo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6355080"/>
            <a:ext cx="1097280" cy="3270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©2026 Schneider Electric. All Rights Reserved.   |   3</a:t>
            </a:r>
            <a:endParaRPr lang="en-US" sz="90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720840" cy="4251960"/>
          </a:xfrm>
          <a:prstGeom prst="rect">
            <a:avLst/>
          </a:prstGeom>
          <a:solidFill>
            <a:srgbClr val="F5F7F6"/>
          </a:solidFill>
          <a:ln w="12700">
            <a:solidFill>
              <a:srgbClr val="F5F7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64008" cy="4251960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868680" y="2286000"/>
            <a:ext cx="457200" cy="457200"/>
          </a:xfrm>
          <a:prstGeom prst="ellipse">
            <a:avLst/>
          </a:prstGeom>
          <a:solidFill>
            <a:srgbClr val="0A3025"/>
          </a:solidFill>
          <a:ln w="12700">
            <a:solidFill>
              <a:srgbClr val="0A302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24003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240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of page*</a:t>
            </a:r>
            <a:endParaRPr lang="en-US" sz="1500"/>
          </a:p>
          <a:p>
            <a:pPr marL="0" indent="0">
              <a:buNone/>
            </a:pPr>
            <a:r>
              <a:rPr lang="en-US" sz="120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post, editorial, products</a:t>
            </a:r>
            <a:r>
              <a:rPr lang="pl-PL" sz="120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full list to be built</a:t>
            </a:r>
            <a:endParaRPr lang="en-US" sz="1500"/>
          </a:p>
        </p:txBody>
      </p:sp>
      <p:sp>
        <p:nvSpPr>
          <p:cNvPr id="12" name="Shape 8"/>
          <p:cNvSpPr/>
          <p:nvPr/>
        </p:nvSpPr>
        <p:spPr>
          <a:xfrm>
            <a:off x="868680" y="2944368"/>
            <a:ext cx="457200" cy="457200"/>
          </a:xfrm>
          <a:prstGeom prst="ellipse">
            <a:avLst/>
          </a:prstGeom>
          <a:solidFill>
            <a:srgbClr val="0A3025"/>
          </a:solidFill>
          <a:ln w="12700">
            <a:solidFill>
              <a:srgbClr val="0A302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3058668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289864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</a:t>
            </a:r>
            <a:endParaRPr lang="en-US" sz="1500"/>
          </a:p>
        </p:txBody>
      </p:sp>
      <p:sp>
        <p:nvSpPr>
          <p:cNvPr id="15" name="Shape 10"/>
          <p:cNvSpPr/>
          <p:nvPr/>
        </p:nvSpPr>
        <p:spPr>
          <a:xfrm>
            <a:off x="868680" y="3602736"/>
            <a:ext cx="457200" cy="457200"/>
          </a:xfrm>
          <a:prstGeom prst="ellipse">
            <a:avLst/>
          </a:prstGeom>
          <a:solidFill>
            <a:srgbClr val="0A3025"/>
          </a:solidFill>
          <a:ln w="12700">
            <a:solidFill>
              <a:srgbClr val="0A302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" y="3717036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355701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1500"/>
          </a:p>
        </p:txBody>
      </p:sp>
      <p:sp>
        <p:nvSpPr>
          <p:cNvPr id="18" name="Shape 12"/>
          <p:cNvSpPr/>
          <p:nvPr/>
        </p:nvSpPr>
        <p:spPr>
          <a:xfrm>
            <a:off x="7694930" y="4483354"/>
            <a:ext cx="457200" cy="457200"/>
          </a:xfrm>
          <a:prstGeom prst="ellipse">
            <a:avLst/>
          </a:prstGeom>
          <a:solidFill>
            <a:srgbClr val="7A8781"/>
          </a:solidFill>
          <a:ln w="12700">
            <a:solidFill>
              <a:srgbClr val="7A878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9230" y="4597654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289290" y="443763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Intended buyer-journey stage</a:t>
            </a:r>
            <a:r>
              <a:rPr lang="pl-PL" sz="15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</a:t>
            </a:r>
            <a:endParaRPr lang="en-US" sz="1500"/>
          </a:p>
        </p:txBody>
      </p:sp>
      <p:sp>
        <p:nvSpPr>
          <p:cNvPr id="21" name="Shape 14"/>
          <p:cNvSpPr/>
          <p:nvPr/>
        </p:nvSpPr>
        <p:spPr>
          <a:xfrm>
            <a:off x="6035040" y="5077714"/>
            <a:ext cx="1325880" cy="457200"/>
          </a:xfrm>
          <a:prstGeom prst="chevron">
            <a:avLst/>
          </a:prstGeom>
          <a:solidFill>
            <a:srgbClr val="0A302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15"/>
          <p:cNvSpPr/>
          <p:nvPr/>
        </p:nvSpPr>
        <p:spPr>
          <a:xfrm>
            <a:off x="6199632" y="507771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1000"/>
          </a:p>
        </p:txBody>
      </p:sp>
      <p:sp>
        <p:nvSpPr>
          <p:cNvPr id="23" name="Shape 16"/>
          <p:cNvSpPr/>
          <p:nvPr/>
        </p:nvSpPr>
        <p:spPr>
          <a:xfrm>
            <a:off x="7242048" y="5077714"/>
            <a:ext cx="1325880" cy="457200"/>
          </a:xfrm>
          <a:prstGeom prst="chevron">
            <a:avLst/>
          </a:prstGeom>
          <a:solidFill>
            <a:srgbClr val="2E6B4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17"/>
          <p:cNvSpPr/>
          <p:nvPr/>
        </p:nvSpPr>
        <p:spPr>
          <a:xfrm>
            <a:off x="7406640" y="507771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000"/>
          </a:p>
        </p:txBody>
      </p:sp>
      <p:sp>
        <p:nvSpPr>
          <p:cNvPr id="25" name="Shape 18"/>
          <p:cNvSpPr/>
          <p:nvPr/>
        </p:nvSpPr>
        <p:spPr>
          <a:xfrm>
            <a:off x="8449056" y="5077714"/>
            <a:ext cx="1325880" cy="457200"/>
          </a:xfrm>
          <a:prstGeom prst="chevron">
            <a:avLst/>
          </a:prstGeom>
          <a:solidFill>
            <a:srgbClr val="0A302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19"/>
          <p:cNvSpPr/>
          <p:nvPr/>
        </p:nvSpPr>
        <p:spPr>
          <a:xfrm>
            <a:off x="8613648" y="507771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</a:t>
            </a:r>
            <a:endParaRPr lang="en-US" sz="1000"/>
          </a:p>
        </p:txBody>
      </p:sp>
      <p:sp>
        <p:nvSpPr>
          <p:cNvPr id="27" name="Shape 20"/>
          <p:cNvSpPr/>
          <p:nvPr/>
        </p:nvSpPr>
        <p:spPr>
          <a:xfrm>
            <a:off x="9656064" y="5077714"/>
            <a:ext cx="1325880" cy="457200"/>
          </a:xfrm>
          <a:prstGeom prst="chevron">
            <a:avLst/>
          </a:prstGeom>
          <a:solidFill>
            <a:srgbClr val="2E6B4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1"/>
          <p:cNvSpPr/>
          <p:nvPr/>
        </p:nvSpPr>
        <p:spPr>
          <a:xfrm>
            <a:off x="9820656" y="507771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000"/>
          </a:p>
        </p:txBody>
      </p:sp>
      <p:sp>
        <p:nvSpPr>
          <p:cNvPr id="29" name="Shape 22"/>
          <p:cNvSpPr/>
          <p:nvPr/>
        </p:nvSpPr>
        <p:spPr>
          <a:xfrm>
            <a:off x="10863072" y="5077714"/>
            <a:ext cx="1325880" cy="457200"/>
          </a:xfrm>
          <a:prstGeom prst="chevron">
            <a:avLst/>
          </a:prstGeom>
          <a:solidFill>
            <a:srgbClr val="0A302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3"/>
          <p:cNvSpPr/>
          <p:nvPr/>
        </p:nvSpPr>
        <p:spPr>
          <a:xfrm>
            <a:off x="11027664" y="507771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000"/>
          </a:p>
        </p:txBody>
      </p:sp>
      <p:sp>
        <p:nvSpPr>
          <p:cNvPr id="32" name="Text 25"/>
          <p:cNvSpPr/>
          <p:nvPr/>
        </p:nvSpPr>
        <p:spPr>
          <a:xfrm>
            <a:off x="78638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1200"/>
          </a:p>
        </p:txBody>
      </p:sp>
      <p:sp>
        <p:nvSpPr>
          <p:cNvPr id="33" name="Shape 26"/>
          <p:cNvSpPr/>
          <p:nvPr/>
        </p:nvSpPr>
        <p:spPr>
          <a:xfrm>
            <a:off x="7863840" y="2286000"/>
            <a:ext cx="457200" cy="457200"/>
          </a:xfrm>
          <a:prstGeom prst="ellipse">
            <a:avLst/>
          </a:prstGeom>
          <a:solidFill>
            <a:srgbClr val="7A8781"/>
          </a:solidFill>
          <a:ln w="12700">
            <a:solidFill>
              <a:srgbClr val="7A878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8140" y="2400300"/>
            <a:ext cx="228600" cy="2286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458200" y="224028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audience</a:t>
            </a:r>
            <a:endParaRPr lang="en-US" sz="1500"/>
          </a:p>
          <a:p>
            <a:pPr marL="0" indent="0">
              <a:buNone/>
            </a:pPr>
            <a:r>
              <a:rPr lang="en-US" sz="120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an example for users</a:t>
            </a:r>
            <a:endParaRPr lang="en-US" sz="1500"/>
          </a:p>
        </p:txBody>
      </p:sp>
      <p:sp>
        <p:nvSpPr>
          <p:cNvPr id="36" name="Shape 28"/>
          <p:cNvSpPr/>
          <p:nvPr/>
        </p:nvSpPr>
        <p:spPr>
          <a:xfrm>
            <a:off x="7863840" y="3063240"/>
            <a:ext cx="457200" cy="457200"/>
          </a:xfrm>
          <a:prstGeom prst="ellipse">
            <a:avLst/>
          </a:prstGeom>
          <a:solidFill>
            <a:srgbClr val="7A8781"/>
          </a:solidFill>
          <a:ln w="12700">
            <a:solidFill>
              <a:srgbClr val="7A878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8140" y="3177540"/>
            <a:ext cx="228600" cy="2286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458200" y="301752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country</a:t>
            </a:r>
            <a:endParaRPr lang="en-US" sz="1500"/>
          </a:p>
        </p:txBody>
      </p:sp>
      <p:sp>
        <p:nvSpPr>
          <p:cNvPr id="39" name="Shape 30"/>
          <p:cNvSpPr/>
          <p:nvPr/>
        </p:nvSpPr>
        <p:spPr>
          <a:xfrm>
            <a:off x="7863840" y="3840480"/>
            <a:ext cx="457200" cy="457200"/>
          </a:xfrm>
          <a:prstGeom prst="ellipse">
            <a:avLst/>
          </a:prstGeom>
          <a:solidFill>
            <a:srgbClr val="7A8781"/>
          </a:solidFill>
          <a:ln w="12700">
            <a:solidFill>
              <a:srgbClr val="7A878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78140" y="3954780"/>
            <a:ext cx="228600" cy="22860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8458200" y="379476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AI prompts or questions</a:t>
            </a:r>
            <a:endParaRPr lang="en-US" sz="1500"/>
          </a:p>
        </p:txBody>
      </p:sp>
      <p:sp>
        <p:nvSpPr>
          <p:cNvPr id="42" name="Text 32"/>
          <p:cNvSpPr/>
          <p:nvPr/>
        </p:nvSpPr>
        <p:spPr>
          <a:xfrm>
            <a:off x="548640" y="61081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sz="1000" i="1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r>
              <a:rPr lang="en-US" sz="1000" i="1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Predefined list – each page type launches its own scoring logic</a:t>
            </a:r>
            <a:endParaRPr lang="pl-PL" sz="1000" i="1">
              <a:solidFill>
                <a:srgbClr val="5F6B6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pl-PL" sz="1000" i="1">
                <a:solidFill>
                  <a:srgbClr val="5F6B66"/>
                </a:solidFill>
                <a:latin typeface="Arial" pitchFamily="34" charset="0"/>
                <a:cs typeface="Arial" pitchFamily="34" charset="-120"/>
              </a:rPr>
              <a:t>**Definition needed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· RECOMMENDATIONS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inputs for recommendations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top of the inputs already provided for the GEO score</a:t>
            </a:r>
            <a:endParaRPr lang="en-US" sz="1400"/>
          </a:p>
        </p:txBody>
      </p:sp>
      <p:pic>
        <p:nvPicPr>
          <p:cNvPr id="5" name="Image 0" descr="assets/logo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6355080"/>
            <a:ext cx="1097280" cy="3270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©2026 Schneider Electric. All Rights Reserved.   |   4</a:t>
            </a:r>
            <a:endParaRPr lang="en-US" sz="90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3108960" cy="3566160"/>
          </a:xfrm>
          <a:prstGeom prst="rect">
            <a:avLst/>
          </a:prstGeom>
          <a:solidFill>
            <a:srgbClr val="0A3025"/>
          </a:solidFill>
          <a:ln w="12700">
            <a:solidFill>
              <a:srgbClr val="0A302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Shape 5"/>
          <p:cNvSpPr/>
          <p:nvPr/>
        </p:nvSpPr>
        <p:spPr>
          <a:xfrm>
            <a:off x="868680" y="2331720"/>
            <a:ext cx="594360" cy="594360"/>
          </a:xfrm>
          <a:prstGeom prst="ellipse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248031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provided</a:t>
            </a:r>
            <a:endParaRPr lang="en-US" sz="1600"/>
          </a:p>
        </p:txBody>
      </p:sp>
      <p:sp>
        <p:nvSpPr>
          <p:cNvPr id="11" name="Text 7"/>
          <p:cNvSpPr/>
          <p:nvPr/>
        </p:nvSpPr>
        <p:spPr>
          <a:xfrm>
            <a:off x="868680" y="356616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of page</a:t>
            </a:r>
            <a:endParaRPr lang="en-US" sz="130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</a:t>
            </a:r>
            <a:endParaRPr lang="en-US" sz="130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130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Buyer-journey stage</a:t>
            </a:r>
            <a:endParaRPr lang="en-US" sz="130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>
                <a:solidFill>
                  <a:srgbClr val="B9D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optional GEO score fields</a:t>
            </a:r>
            <a:endParaRPr lang="en-US" sz="1300"/>
          </a:p>
        </p:txBody>
      </p:sp>
      <p:sp>
        <p:nvSpPr>
          <p:cNvPr id="12" name="Text 8"/>
          <p:cNvSpPr/>
          <p:nvPr/>
        </p:nvSpPr>
        <p:spPr>
          <a:xfrm>
            <a:off x="3703320" y="3383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600"/>
          </a:p>
        </p:txBody>
      </p:sp>
      <p:sp>
        <p:nvSpPr>
          <p:cNvPr id="13" name="Shape 9"/>
          <p:cNvSpPr/>
          <p:nvPr/>
        </p:nvSpPr>
        <p:spPr>
          <a:xfrm>
            <a:off x="4297680" y="1965960"/>
            <a:ext cx="3520440" cy="3566160"/>
          </a:xfrm>
          <a:prstGeom prst="rect">
            <a:avLst/>
          </a:prstGeom>
          <a:solidFill>
            <a:srgbClr val="F5F7F6"/>
          </a:solidFill>
          <a:ln w="12700">
            <a:solidFill>
              <a:srgbClr val="F5F7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0"/>
          <p:cNvSpPr/>
          <p:nvPr/>
        </p:nvSpPr>
        <p:spPr>
          <a:xfrm>
            <a:off x="4297680" y="1965960"/>
            <a:ext cx="3520440" cy="64008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1"/>
          <p:cNvSpPr/>
          <p:nvPr/>
        </p:nvSpPr>
        <p:spPr>
          <a:xfrm>
            <a:off x="461772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</a:t>
            </a:r>
            <a:endParaRPr lang="en-US" sz="1200"/>
          </a:p>
        </p:txBody>
      </p:sp>
      <p:sp>
        <p:nvSpPr>
          <p:cNvPr id="16" name="Shape 12"/>
          <p:cNvSpPr/>
          <p:nvPr/>
        </p:nvSpPr>
        <p:spPr>
          <a:xfrm>
            <a:off x="4617720" y="2834640"/>
            <a:ext cx="685800" cy="685800"/>
          </a:xfrm>
          <a:prstGeom prst="ellipse">
            <a:avLst/>
          </a:prstGeom>
          <a:solidFill>
            <a:srgbClr val="0A3025"/>
          </a:solidFill>
          <a:ln w="12700">
            <a:solidFill>
              <a:srgbClr val="0A302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9170" y="300609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17720" y="3703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business objective</a:t>
            </a:r>
            <a:endParaRPr lang="en-US" sz="1800"/>
          </a:p>
        </p:txBody>
      </p:sp>
      <p:sp>
        <p:nvSpPr>
          <p:cNvPr id="19" name="Shape 14"/>
          <p:cNvSpPr/>
          <p:nvPr/>
        </p:nvSpPr>
        <p:spPr>
          <a:xfrm>
            <a:off x="8092440" y="1965960"/>
            <a:ext cx="354787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5"/>
          <p:cNvSpPr/>
          <p:nvPr/>
        </p:nvSpPr>
        <p:spPr>
          <a:xfrm>
            <a:off x="841248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1200"/>
          </a:p>
        </p:txBody>
      </p:sp>
      <p:sp>
        <p:nvSpPr>
          <p:cNvPr id="21" name="Shape 16"/>
          <p:cNvSpPr/>
          <p:nvPr/>
        </p:nvSpPr>
        <p:spPr>
          <a:xfrm>
            <a:off x="8412480" y="2834640"/>
            <a:ext cx="548640" cy="548640"/>
          </a:xfrm>
          <a:prstGeom prst="ellipse">
            <a:avLst/>
          </a:prstGeom>
          <a:solidFill>
            <a:srgbClr val="7A8781"/>
          </a:solidFill>
          <a:ln w="12700">
            <a:solidFill>
              <a:srgbClr val="7A878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297180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98280" y="283464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competitor names / pages</a:t>
            </a:r>
            <a:endParaRPr lang="en-US" sz="1500"/>
          </a:p>
        </p:txBody>
      </p:sp>
      <p:sp>
        <p:nvSpPr>
          <p:cNvPr id="24" name="Shape 18"/>
          <p:cNvSpPr/>
          <p:nvPr/>
        </p:nvSpPr>
        <p:spPr>
          <a:xfrm>
            <a:off x="8412480" y="3886200"/>
            <a:ext cx="548640" cy="548640"/>
          </a:xfrm>
          <a:prstGeom prst="ellipse">
            <a:avLst/>
          </a:prstGeom>
          <a:solidFill>
            <a:srgbClr val="7A8781"/>
          </a:solidFill>
          <a:ln w="12700">
            <a:solidFill>
              <a:srgbClr val="7A878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9640" y="402336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98280" y="388620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customer / job role</a:t>
            </a:r>
            <a:endParaRPr lang="en-US" sz="1500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8912D456-1A4F-C29C-32CC-F4AD17B7E3F6}"/>
              </a:ext>
            </a:extLst>
          </p:cNvPr>
          <p:cNvSpPr/>
          <p:nvPr/>
        </p:nvSpPr>
        <p:spPr>
          <a:xfrm>
            <a:off x="8412480" y="4663440"/>
            <a:ext cx="548640" cy="548640"/>
          </a:xfrm>
          <a:prstGeom prst="ellipse">
            <a:avLst/>
          </a:prstGeom>
          <a:solidFill>
            <a:srgbClr val="7A8781"/>
          </a:solidFill>
          <a:ln w="12700">
            <a:solidFill>
              <a:srgbClr val="7A878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563B78D9-D6D0-E885-549B-A018A297C5C6}"/>
              </a:ext>
            </a:extLst>
          </p:cNvPr>
          <p:cNvSpPr/>
          <p:nvPr/>
        </p:nvSpPr>
        <p:spPr>
          <a:xfrm>
            <a:off x="9098280" y="466344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5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– what you want the user to do as a next step</a:t>
            </a:r>
            <a:endParaRPr lang="en-US" sz="1500"/>
          </a:p>
        </p:txBody>
      </p:sp>
      <p:pic>
        <p:nvPicPr>
          <p:cNvPr id="32" name="Image 1" descr="preencoded.png">
            <a:extLst>
              <a:ext uri="{FF2B5EF4-FFF2-40B4-BE49-F238E27FC236}">
                <a16:creationId xmlns:a16="http://schemas.microsoft.com/office/drawing/2014/main" id="{6906483C-8101-C730-60D4-51D1B035E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780" y="4789170"/>
            <a:ext cx="297180" cy="2971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flow at a glance</a:t>
            </a:r>
            <a:endParaRPr lang="en-US" sz="3000"/>
          </a:p>
        </p:txBody>
      </p:sp>
      <p:pic>
        <p:nvPicPr>
          <p:cNvPr id="4" name="Image 0" descr="assets/logo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6355080"/>
            <a:ext cx="1097280" cy="3270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©2026 Schneider Electric. All Rights Reserved.   |   5</a:t>
            </a:r>
            <a:endParaRPr lang="en-US" sz="900"/>
          </a:p>
        </p:txBody>
      </p:sp>
      <p:sp>
        <p:nvSpPr>
          <p:cNvPr id="6" name="Shape 3"/>
          <p:cNvSpPr/>
          <p:nvPr/>
        </p:nvSpPr>
        <p:spPr>
          <a:xfrm>
            <a:off x="731520" y="2788920"/>
            <a:ext cx="914400" cy="914400"/>
          </a:xfrm>
          <a:prstGeom prst="ellipse">
            <a:avLst/>
          </a:prstGeom>
          <a:solidFill>
            <a:srgbClr val="0A3025"/>
          </a:solidFill>
          <a:ln w="12700">
            <a:solidFill>
              <a:srgbClr val="0A302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01752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" y="3794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owner</a:t>
            </a:r>
            <a:endParaRPr lang="en-US" sz="1100"/>
          </a:p>
        </p:txBody>
      </p:sp>
      <p:sp>
        <p:nvSpPr>
          <p:cNvPr id="9" name="Shape 5"/>
          <p:cNvSpPr/>
          <p:nvPr/>
        </p:nvSpPr>
        <p:spPr>
          <a:xfrm>
            <a:off x="1783080" y="3246120"/>
            <a:ext cx="1280160" cy="0"/>
          </a:xfrm>
          <a:prstGeom prst="line">
            <a:avLst/>
          </a:prstGeom>
          <a:noFill/>
          <a:ln w="22225">
            <a:solidFill>
              <a:srgbClr val="7A8781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6"/>
          <p:cNvSpPr/>
          <p:nvPr/>
        </p:nvSpPr>
        <p:spPr>
          <a:xfrm>
            <a:off x="3108960" y="160020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5F7F6"/>
          </a:solidFill>
          <a:ln w="12700">
            <a:solidFill>
              <a:srgbClr val="F5F7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Text 7"/>
          <p:cNvSpPr/>
          <p:nvPr/>
        </p:nvSpPr>
        <p:spPr>
          <a:xfrm>
            <a:off x="3200400" y="1600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inputs</a:t>
            </a:r>
            <a:endParaRPr lang="en-US" sz="1400"/>
          </a:p>
          <a:p>
            <a:pPr marL="0" indent="0" algn="ctr">
              <a:buNone/>
            </a:pPr>
            <a:r>
              <a:rPr lang="en-US" sz="110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type, topic, industry</a:t>
            </a:r>
            <a:r>
              <a:rPr lang="pl-PL" sz="110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etc</a:t>
            </a:r>
            <a:endParaRPr lang="en-US" sz="1400"/>
          </a:p>
        </p:txBody>
      </p:sp>
      <p:sp>
        <p:nvSpPr>
          <p:cNvPr id="12" name="Shape 8"/>
          <p:cNvSpPr/>
          <p:nvPr/>
        </p:nvSpPr>
        <p:spPr>
          <a:xfrm>
            <a:off x="4297680" y="2286000"/>
            <a:ext cx="0" cy="457200"/>
          </a:xfrm>
          <a:prstGeom prst="line">
            <a:avLst/>
          </a:prstGeom>
          <a:noFill/>
          <a:ln w="22225">
            <a:solidFill>
              <a:srgbClr val="7A8781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9"/>
          <p:cNvSpPr/>
          <p:nvPr/>
        </p:nvSpPr>
        <p:spPr>
          <a:xfrm>
            <a:off x="3108960" y="274320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0A3025"/>
          </a:solidFill>
          <a:ln w="12700">
            <a:solidFill>
              <a:srgbClr val="0A302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Text 10"/>
          <p:cNvSpPr/>
          <p:nvPr/>
        </p:nvSpPr>
        <p:spPr>
          <a:xfrm>
            <a:off x="3200400" y="2743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score</a:t>
            </a:r>
            <a:endParaRPr lang="en-US" sz="1400"/>
          </a:p>
        </p:txBody>
      </p:sp>
      <p:sp>
        <p:nvSpPr>
          <p:cNvPr id="15" name="Shape 11"/>
          <p:cNvSpPr/>
          <p:nvPr/>
        </p:nvSpPr>
        <p:spPr>
          <a:xfrm flipV="1">
            <a:off x="5486400" y="2194560"/>
            <a:ext cx="2194560" cy="777240"/>
          </a:xfrm>
          <a:prstGeom prst="line">
            <a:avLst/>
          </a:prstGeom>
          <a:noFill/>
          <a:ln w="22225">
            <a:solidFill>
              <a:srgbClr val="7A8781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2"/>
          <p:cNvSpPr/>
          <p:nvPr/>
        </p:nvSpPr>
        <p:spPr>
          <a:xfrm>
            <a:off x="5760720" y="2240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</a:t>
            </a:r>
            <a:r>
              <a:rPr lang="pl-PL" sz="1100" b="1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</a:t>
            </a:r>
            <a:r>
              <a:rPr lang="en-US" sz="1100" b="1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100"/>
          </a:p>
        </p:txBody>
      </p:sp>
      <p:sp>
        <p:nvSpPr>
          <p:cNvPr id="17" name="Shape 13"/>
          <p:cNvSpPr/>
          <p:nvPr/>
        </p:nvSpPr>
        <p:spPr>
          <a:xfrm>
            <a:off x="7726680" y="178308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" name="Text 14"/>
          <p:cNvSpPr/>
          <p:nvPr/>
        </p:nvSpPr>
        <p:spPr>
          <a:xfrm>
            <a:off x="7818120" y="1783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ends</a:t>
            </a:r>
            <a:endParaRPr lang="en-US" sz="1400"/>
          </a:p>
        </p:txBody>
      </p:sp>
      <p:sp>
        <p:nvSpPr>
          <p:cNvPr id="19" name="Shape 15"/>
          <p:cNvSpPr/>
          <p:nvPr/>
        </p:nvSpPr>
        <p:spPr>
          <a:xfrm>
            <a:off x="5486400" y="3520440"/>
            <a:ext cx="2194560" cy="777240"/>
          </a:xfrm>
          <a:prstGeom prst="line">
            <a:avLst/>
          </a:prstGeom>
          <a:noFill/>
          <a:ln w="22225">
            <a:solidFill>
              <a:srgbClr val="7A8781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6"/>
          <p:cNvSpPr/>
          <p:nvPr/>
        </p:nvSpPr>
        <p:spPr>
          <a:xfrm>
            <a:off x="566928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</a:t>
            </a:r>
            <a:r>
              <a:rPr lang="pl-PL" sz="1100" b="1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omendations</a:t>
            </a:r>
            <a:r>
              <a:rPr lang="en-US" sz="1100" b="1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l-PL" sz="1100" b="1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needed</a:t>
            </a:r>
            <a:endParaRPr lang="en-US" sz="1100"/>
          </a:p>
        </p:txBody>
      </p:sp>
      <p:sp>
        <p:nvSpPr>
          <p:cNvPr id="21" name="Shape 17"/>
          <p:cNvSpPr/>
          <p:nvPr/>
        </p:nvSpPr>
        <p:spPr>
          <a:xfrm>
            <a:off x="7726680" y="388620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2" name="Text 18"/>
          <p:cNvSpPr/>
          <p:nvPr/>
        </p:nvSpPr>
        <p:spPr>
          <a:xfrm>
            <a:off x="781812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400"/>
          </a:p>
        </p:txBody>
      </p:sp>
      <p:sp>
        <p:nvSpPr>
          <p:cNvPr id="23" name="Shape 19"/>
          <p:cNvSpPr/>
          <p:nvPr/>
        </p:nvSpPr>
        <p:spPr>
          <a:xfrm>
            <a:off x="7726680" y="53492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5F7F6"/>
          </a:solidFill>
          <a:ln w="12700">
            <a:solidFill>
              <a:srgbClr val="F5F7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4" name="Text 20"/>
          <p:cNvSpPr/>
          <p:nvPr/>
        </p:nvSpPr>
        <p:spPr>
          <a:xfrm>
            <a:off x="7818120" y="5349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inputs</a:t>
            </a:r>
            <a:endParaRPr lang="en-US" sz="1400"/>
          </a:p>
          <a:p>
            <a:pPr marL="0" indent="0" algn="ctr">
              <a:buNone/>
            </a:pPr>
            <a:r>
              <a:rPr lang="en-US" sz="110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objective, competitors, role</a:t>
            </a:r>
            <a:r>
              <a:rPr lang="pl-PL" sz="110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etc</a:t>
            </a:r>
            <a:endParaRPr lang="en-US" sz="1400"/>
          </a:p>
        </p:txBody>
      </p:sp>
      <p:sp>
        <p:nvSpPr>
          <p:cNvPr id="25" name="Shape 21"/>
          <p:cNvSpPr/>
          <p:nvPr/>
        </p:nvSpPr>
        <p:spPr>
          <a:xfrm flipV="1">
            <a:off x="8915400" y="4709160"/>
            <a:ext cx="0" cy="640080"/>
          </a:xfrm>
          <a:prstGeom prst="line">
            <a:avLst/>
          </a:prstGeom>
          <a:noFill/>
          <a:ln w="22225">
            <a:solidFill>
              <a:srgbClr val="7A8781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· RECOMMENDATIONS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loop</a:t>
            </a:r>
            <a:endParaRPr lang="en-US" sz="3000"/>
          </a:p>
        </p:txBody>
      </p:sp>
      <p:pic>
        <p:nvPicPr>
          <p:cNvPr id="4" name="Image 0" descr="assets/logo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6355080"/>
            <a:ext cx="1097280" cy="3270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©2026 Schneider Electric. All Rights Reserved.   |   6</a:t>
            </a:r>
            <a:endParaRPr lang="en-US" sz="900"/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0A3025"/>
          </a:solidFill>
          <a:ln w="12700">
            <a:solidFill>
              <a:srgbClr val="0A302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640080" y="27432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want recommendations?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3502152" y="274320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5F7F6"/>
          </a:solidFill>
          <a:ln w="12700">
            <a:solidFill>
              <a:srgbClr val="F5F7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3593592" y="27432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additional information</a:t>
            </a:r>
            <a:endParaRPr lang="en-US" sz="1400"/>
          </a:p>
          <a:p>
            <a:pPr marL="0" indent="0" algn="ctr">
              <a:buNone/>
            </a:pPr>
            <a:r>
              <a:rPr lang="en-US" sz="110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slide 4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6455664" y="274320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6547104" y="27432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delivers recommendations</a:t>
            </a:r>
            <a:endParaRPr lang="en-US" sz="1400"/>
          </a:p>
        </p:txBody>
      </p:sp>
      <p:sp>
        <p:nvSpPr>
          <p:cNvPr id="12" name="Shape 9"/>
          <p:cNvSpPr/>
          <p:nvPr/>
        </p:nvSpPr>
        <p:spPr>
          <a:xfrm>
            <a:off x="9409176" y="2743200"/>
            <a:ext cx="2267712" cy="1051560"/>
          </a:xfrm>
          <a:prstGeom prst="roundRect">
            <a:avLst>
              <a:gd name="adj" fmla="val 6957"/>
            </a:avLst>
          </a:prstGeom>
          <a:solidFill>
            <a:srgbClr val="0A3025"/>
          </a:solidFill>
          <a:ln w="12700">
            <a:solidFill>
              <a:srgbClr val="0A302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Text 10"/>
          <p:cNvSpPr/>
          <p:nvPr/>
        </p:nvSpPr>
        <p:spPr>
          <a:xfrm>
            <a:off x="9500616" y="2743200"/>
            <a:ext cx="2084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want more recommendations?</a:t>
            </a:r>
            <a:endParaRPr lang="en-US" sz="1400"/>
          </a:p>
        </p:txBody>
      </p:sp>
      <p:sp>
        <p:nvSpPr>
          <p:cNvPr id="14" name="Shape 11"/>
          <p:cNvSpPr/>
          <p:nvPr/>
        </p:nvSpPr>
        <p:spPr>
          <a:xfrm>
            <a:off x="2651760" y="3268980"/>
            <a:ext cx="850392" cy="0"/>
          </a:xfrm>
          <a:prstGeom prst="line">
            <a:avLst/>
          </a:prstGeom>
          <a:noFill/>
          <a:ln w="22225">
            <a:solidFill>
              <a:srgbClr val="3DCD58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2"/>
          <p:cNvSpPr/>
          <p:nvPr/>
        </p:nvSpPr>
        <p:spPr>
          <a:xfrm>
            <a:off x="2651760" y="294894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/>
          </a:p>
        </p:txBody>
      </p:sp>
      <p:sp>
        <p:nvSpPr>
          <p:cNvPr id="16" name="Shape 13"/>
          <p:cNvSpPr/>
          <p:nvPr/>
        </p:nvSpPr>
        <p:spPr>
          <a:xfrm>
            <a:off x="5605272" y="3268980"/>
            <a:ext cx="850392" cy="0"/>
          </a:xfrm>
          <a:prstGeom prst="line">
            <a:avLst/>
          </a:prstGeom>
          <a:noFill/>
          <a:ln w="22225">
            <a:solidFill>
              <a:srgbClr val="7A8781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4"/>
          <p:cNvSpPr/>
          <p:nvPr/>
        </p:nvSpPr>
        <p:spPr>
          <a:xfrm>
            <a:off x="5605272" y="3342132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Provided</a:t>
            </a:r>
            <a:endParaRPr lang="en-US" sz="1100"/>
          </a:p>
        </p:txBody>
      </p:sp>
      <p:sp>
        <p:nvSpPr>
          <p:cNvPr id="18" name="Shape 15"/>
          <p:cNvSpPr/>
          <p:nvPr/>
        </p:nvSpPr>
        <p:spPr>
          <a:xfrm>
            <a:off x="8558784" y="3268980"/>
            <a:ext cx="850392" cy="0"/>
          </a:xfrm>
          <a:prstGeom prst="line">
            <a:avLst/>
          </a:prstGeom>
          <a:noFill/>
          <a:ln w="22225">
            <a:solidFill>
              <a:srgbClr val="7A8781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9" name="Shape 16"/>
          <p:cNvSpPr/>
          <p:nvPr/>
        </p:nvSpPr>
        <p:spPr>
          <a:xfrm flipV="1">
            <a:off x="10543032" y="1874520"/>
            <a:ext cx="0" cy="868680"/>
          </a:xfrm>
          <a:prstGeom prst="line">
            <a:avLst/>
          </a:prstGeom>
          <a:noFill/>
          <a:ln w="22225">
            <a:solidFill>
              <a:srgbClr val="3DCD5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Shape 17"/>
          <p:cNvSpPr/>
          <p:nvPr/>
        </p:nvSpPr>
        <p:spPr>
          <a:xfrm flipH="1">
            <a:off x="7507224" y="1874520"/>
            <a:ext cx="3035808" cy="0"/>
          </a:xfrm>
          <a:prstGeom prst="line">
            <a:avLst/>
          </a:prstGeom>
          <a:noFill/>
          <a:ln w="22225">
            <a:solidFill>
              <a:srgbClr val="3DCD5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Shape 18"/>
          <p:cNvSpPr/>
          <p:nvPr/>
        </p:nvSpPr>
        <p:spPr>
          <a:xfrm>
            <a:off x="7507224" y="1874520"/>
            <a:ext cx="0" cy="868680"/>
          </a:xfrm>
          <a:prstGeom prst="line">
            <a:avLst/>
          </a:prstGeom>
          <a:noFill/>
          <a:ln w="22225">
            <a:solidFill>
              <a:srgbClr val="3DCD58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19"/>
          <p:cNvSpPr/>
          <p:nvPr/>
        </p:nvSpPr>
        <p:spPr>
          <a:xfrm>
            <a:off x="8476488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– loop</a:t>
            </a:r>
            <a:endParaRPr lang="en-US" sz="1100"/>
          </a:p>
        </p:txBody>
      </p:sp>
      <p:sp>
        <p:nvSpPr>
          <p:cNvPr id="23" name="Shape 20"/>
          <p:cNvSpPr/>
          <p:nvPr/>
        </p:nvSpPr>
        <p:spPr>
          <a:xfrm>
            <a:off x="4800600" y="48920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4" name="Text 21"/>
          <p:cNvSpPr/>
          <p:nvPr/>
        </p:nvSpPr>
        <p:spPr>
          <a:xfrm>
            <a:off x="4892040" y="4892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ends</a:t>
            </a:r>
            <a:endParaRPr lang="en-US" sz="1400"/>
          </a:p>
        </p:txBody>
      </p:sp>
      <p:sp>
        <p:nvSpPr>
          <p:cNvPr id="25" name="Shape 22"/>
          <p:cNvSpPr/>
          <p:nvPr/>
        </p:nvSpPr>
        <p:spPr>
          <a:xfrm>
            <a:off x="1600200" y="3794760"/>
            <a:ext cx="0" cy="1485900"/>
          </a:xfrm>
          <a:prstGeom prst="line">
            <a:avLst/>
          </a:prstGeom>
          <a:noFill/>
          <a:ln w="22225">
            <a:solidFill>
              <a:srgbClr val="7A878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Shape 23"/>
          <p:cNvSpPr/>
          <p:nvPr/>
        </p:nvSpPr>
        <p:spPr>
          <a:xfrm>
            <a:off x="1600200" y="5280660"/>
            <a:ext cx="3200400" cy="0"/>
          </a:xfrm>
          <a:prstGeom prst="line">
            <a:avLst/>
          </a:prstGeom>
          <a:noFill/>
          <a:ln w="22225">
            <a:solidFill>
              <a:srgbClr val="7A8781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4"/>
          <p:cNvSpPr/>
          <p:nvPr/>
        </p:nvSpPr>
        <p:spPr>
          <a:xfrm>
            <a:off x="1645920" y="4069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/>
          </a:p>
        </p:txBody>
      </p:sp>
      <p:sp>
        <p:nvSpPr>
          <p:cNvPr id="28" name="Shape 25"/>
          <p:cNvSpPr/>
          <p:nvPr/>
        </p:nvSpPr>
        <p:spPr>
          <a:xfrm>
            <a:off x="10543032" y="3794760"/>
            <a:ext cx="0" cy="1485900"/>
          </a:xfrm>
          <a:prstGeom prst="line">
            <a:avLst/>
          </a:prstGeom>
          <a:noFill/>
          <a:ln w="22225">
            <a:solidFill>
              <a:srgbClr val="7A878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Shape 26"/>
          <p:cNvSpPr/>
          <p:nvPr/>
        </p:nvSpPr>
        <p:spPr>
          <a:xfrm flipH="1">
            <a:off x="7178040" y="5280660"/>
            <a:ext cx="3364992" cy="0"/>
          </a:xfrm>
          <a:prstGeom prst="line">
            <a:avLst/>
          </a:prstGeom>
          <a:noFill/>
          <a:ln w="22225">
            <a:solidFill>
              <a:srgbClr val="7A8781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7"/>
          <p:cNvSpPr/>
          <p:nvPr/>
        </p:nvSpPr>
        <p:spPr>
          <a:xfrm>
            <a:off x="10588752" y="4069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3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291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E6B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400"/>
          </a:p>
        </p:txBody>
      </p:sp>
      <p:sp>
        <p:nvSpPr>
          <p:cNvPr id="6" name="Text 4"/>
          <p:cNvSpPr/>
          <p:nvPr/>
        </p:nvSpPr>
        <p:spPr>
          <a:xfrm>
            <a:off x="868680" y="3200399"/>
            <a:ext cx="2880360" cy="1920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2000"/>
          </a:p>
          <a:p>
            <a:pPr marL="0" indent="0">
              <a:spcAft>
                <a:spcPts val="400"/>
              </a:spcAft>
              <a:buNone/>
            </a:pPr>
            <a:r>
              <a:rPr lang="en-US" sz="1500">
                <a:solidFill>
                  <a:srgbClr val="B9D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list of pages / content types</a:t>
            </a:r>
            <a:endParaRPr lang="pl-PL" sz="1500">
              <a:solidFill>
                <a:srgbClr val="B9D9C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pl-PL" sz="800">
                <a:solidFill>
                  <a:srgbClr val="B9D9C2"/>
                </a:solidFill>
                <a:latin typeface="Arial"/>
                <a:cs typeface="Arial"/>
              </a:rPr>
              <a:t>PDP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pl-PL" sz="800">
                <a:solidFill>
                  <a:srgbClr val="B9D9C2"/>
                </a:solidFill>
                <a:latin typeface="Arial"/>
                <a:cs typeface="Arial"/>
              </a:rPr>
              <a:t>Page range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pl-PL" sz="800">
                <a:solidFill>
                  <a:srgbClr val="B9D9C2"/>
                </a:solidFill>
                <a:latin typeface="Arial"/>
                <a:cs typeface="Arial"/>
              </a:rPr>
              <a:t>Page category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pl-PL" sz="800">
                <a:solidFill>
                  <a:srgbClr val="B9D9C2"/>
                </a:solidFill>
                <a:latin typeface="Arial"/>
                <a:cs typeface="Arial"/>
              </a:rPr>
              <a:t>CaaS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pl-PL" sz="800">
                <a:solidFill>
                  <a:srgbClr val="B9D9C2"/>
                </a:solidFill>
                <a:latin typeface="Arial"/>
                <a:cs typeface="Arial"/>
              </a:rPr>
              <a:t>Editorial page (common logic)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pl-PL" sz="800">
                <a:solidFill>
                  <a:srgbClr val="B9D9C2"/>
                </a:solidFill>
                <a:latin typeface="Arial"/>
                <a:cs typeface="Arial"/>
              </a:rPr>
              <a:t>Article type page (blog or editorial)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pl-PL" sz="800">
                <a:solidFill>
                  <a:srgbClr val="B9D9C2"/>
                </a:solidFill>
                <a:latin typeface="Arial"/>
                <a:cs typeface="Arial"/>
              </a:rPr>
              <a:t>Document</a:t>
            </a:r>
            <a:endParaRPr lang="en-US" sz="800">
              <a:latin typeface="Arial"/>
              <a:ea typeface="Calibri"/>
              <a:cs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4050792" y="31546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20440" cy="3291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E6B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4663440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400"/>
          </a:p>
        </p:txBody>
      </p:sp>
      <p:sp>
        <p:nvSpPr>
          <p:cNvPr id="10" name="Text 8"/>
          <p:cNvSpPr/>
          <p:nvPr/>
        </p:nvSpPr>
        <p:spPr>
          <a:xfrm>
            <a:off x="4663440" y="32004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logic</a:t>
            </a:r>
            <a:endParaRPr lang="en-US" sz="2000"/>
          </a:p>
          <a:p>
            <a:pPr marL="0" indent="0">
              <a:spcAft>
                <a:spcPts val="400"/>
              </a:spcAft>
              <a:buNone/>
            </a:pPr>
            <a:r>
              <a:rPr lang="en-US" sz="1500">
                <a:solidFill>
                  <a:srgbClr val="B9D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page / content type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7845552" y="31546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520440" cy="3291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E6B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8458200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>
                <a:solidFill>
                  <a:srgbClr val="3DC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/>
          </a:p>
        </p:txBody>
      </p:sp>
      <p:sp>
        <p:nvSpPr>
          <p:cNvPr id="14" name="Text 12"/>
          <p:cNvSpPr/>
          <p:nvPr/>
        </p:nvSpPr>
        <p:spPr>
          <a:xfrm>
            <a:off x="8458200" y="32004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content brief intake sheet</a:t>
            </a:r>
            <a:endParaRPr lang="en-US" sz="2000"/>
          </a:p>
          <a:p>
            <a:pPr marL="0" indent="0">
              <a:spcAft>
                <a:spcPts val="400"/>
              </a:spcAft>
              <a:buNone/>
            </a:pPr>
            <a:r>
              <a:rPr lang="en-US" sz="1500">
                <a:solidFill>
                  <a:srgbClr val="B9D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page / content type</a:t>
            </a:r>
            <a:endParaRPr lang="en-US" sz="2000"/>
          </a:p>
        </p:txBody>
      </p:sp>
      <p:pic>
        <p:nvPicPr>
          <p:cNvPr id="15" name="Image 0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6355080"/>
            <a:ext cx="1097280" cy="32705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9D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©2026 Schneider Electric. All Rights Reserved.   |   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3">
            <a:extLst>
              <a:ext uri="{FF2B5EF4-FFF2-40B4-BE49-F238E27FC236}">
                <a16:creationId xmlns:a16="http://schemas.microsoft.com/office/drawing/2014/main" id="{A3E0FB03-9E8F-7882-5F96-173F6F497413}"/>
              </a:ext>
            </a:extLst>
          </p:cNvPr>
          <p:cNvSpPr/>
          <p:nvPr/>
        </p:nvSpPr>
        <p:spPr>
          <a:xfrm>
            <a:off x="886968" y="1124712"/>
            <a:ext cx="9994392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1800">
                <a:solidFill>
                  <a:srgbClr val="1B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</a:t>
            </a:r>
          </a:p>
          <a:p>
            <a:pPr marL="285750" indent="-285750">
              <a:buFontTx/>
              <a:buChar char="-"/>
            </a:pPr>
            <a:r>
              <a:rPr lang="pl-PL" b="1">
                <a:solidFill>
                  <a:srgbClr val="1B2B24"/>
                </a:solidFill>
                <a:latin typeface="Arial" pitchFamily="34" charset="0"/>
                <a:cs typeface="Arial" pitchFamily="34" charset="-120"/>
              </a:rPr>
              <a:t>Basak, Ayoub and Shaurya </a:t>
            </a:r>
            <a:r>
              <a:rPr lang="pl-PL">
                <a:solidFill>
                  <a:srgbClr val="1B2B24"/>
                </a:solidFill>
                <a:latin typeface="Arial" pitchFamily="34" charset="0"/>
                <a:cs typeface="Arial" pitchFamily="34" charset="-120"/>
              </a:rPr>
              <a:t>to provide </a:t>
            </a:r>
            <a:r>
              <a:rPr lang="pl-PL" b="1">
                <a:solidFill>
                  <a:srgbClr val="1B2B24"/>
                </a:solidFill>
                <a:latin typeface="Arial" pitchFamily="34" charset="0"/>
                <a:cs typeface="Arial" pitchFamily="34" charset="-120"/>
              </a:rPr>
              <a:t>Khushboo</a:t>
            </a:r>
            <a:r>
              <a:rPr lang="pl-PL">
                <a:solidFill>
                  <a:srgbClr val="1B2B24"/>
                </a:solidFill>
                <a:latin typeface="Arial" pitchFamily="34" charset="0"/>
                <a:cs typeface="Arial" pitchFamily="34" charset="-120"/>
              </a:rPr>
              <a:t> 5-6 examples of each of the pages – until Friday 16th of October</a:t>
            </a:r>
          </a:p>
          <a:p>
            <a:pPr marL="285750" indent="-285750">
              <a:buFontTx/>
              <a:buChar char="-"/>
            </a:pPr>
            <a:r>
              <a:rPr lang="pl-PL" sz="1800" b="1">
                <a:solidFill>
                  <a:srgbClr val="1B2B24"/>
                </a:solidFill>
                <a:latin typeface="Arial" pitchFamily="34" charset="0"/>
                <a:cs typeface="Arial" pitchFamily="34" charset="-120"/>
              </a:rPr>
              <a:t>Kh</a:t>
            </a:r>
            <a:r>
              <a:rPr lang="pl-PL" b="1">
                <a:solidFill>
                  <a:srgbClr val="1B2B24"/>
                </a:solidFill>
                <a:latin typeface="Arial" pitchFamily="34" charset="0"/>
                <a:cs typeface="Arial" pitchFamily="34" charset="-120"/>
              </a:rPr>
              <a:t>ushboo</a:t>
            </a:r>
            <a:r>
              <a:rPr lang="pl-PL">
                <a:solidFill>
                  <a:srgbClr val="1B2B24"/>
                </a:solidFill>
                <a:latin typeface="Arial" pitchFamily="34" charset="0"/>
                <a:cs typeface="Arial" pitchFamily="34" charset="-120"/>
              </a:rPr>
              <a:t> to develop the 1st logic – 3 days (Wednesday 21st of October)</a:t>
            </a:r>
          </a:p>
          <a:p>
            <a:pPr marL="285750" indent="-285750">
              <a:buFontTx/>
              <a:buChar char="-"/>
            </a:pPr>
            <a:r>
              <a:rPr lang="pl-PL">
                <a:solidFill>
                  <a:srgbClr val="1B2B24"/>
                </a:solidFill>
                <a:latin typeface="Arial" pitchFamily="34" charset="0"/>
                <a:cs typeface="Arial" pitchFamily="34" charset="-120"/>
              </a:rPr>
              <a:t>Connection to review 1st logic and share feedbacks (Thursday 22nd of October)</a:t>
            </a:r>
          </a:p>
          <a:p>
            <a:pPr marL="285750" indent="-285750">
              <a:buFontTx/>
              <a:buChar char="-"/>
            </a:pPr>
            <a:r>
              <a:rPr lang="pl-PL">
                <a:solidFill>
                  <a:srgbClr val="1B2B24"/>
                </a:solidFill>
                <a:latin typeface="Arial" pitchFamily="34" charset="0"/>
                <a:cs typeface="Arial" pitchFamily="34" charset="-120"/>
              </a:rPr>
              <a:t>Content brief file for first page type (with built logic) – TBD – </a:t>
            </a:r>
            <a:r>
              <a:rPr lang="pl-PL" b="1">
                <a:solidFill>
                  <a:srgbClr val="1B2B24"/>
                </a:solidFill>
                <a:latin typeface="Arial" pitchFamily="34" charset="0"/>
                <a:cs typeface="Arial" pitchFamily="34" charset="-120"/>
              </a:rPr>
              <a:t>Shuchi and Shaurya </a:t>
            </a:r>
            <a:r>
              <a:rPr lang="pl-PL">
                <a:solidFill>
                  <a:srgbClr val="1B2B24"/>
                </a:solidFill>
                <a:latin typeface="Arial" pitchFamily="34" charset="0"/>
                <a:cs typeface="Arial" pitchFamily="34" charset="-120"/>
              </a:rPr>
              <a:t>to work on this item</a:t>
            </a:r>
          </a:p>
          <a:p>
            <a:pPr marL="285750" indent="-285750">
              <a:buFontTx/>
              <a:buChar char="-"/>
            </a:pPr>
            <a:r>
              <a:rPr lang="pl-PL" b="1">
                <a:solidFill>
                  <a:srgbClr val="1B2B24"/>
                </a:solidFill>
                <a:latin typeface="Arial" pitchFamily="34" charset="0"/>
                <a:cs typeface="Arial" pitchFamily="34" charset="-120"/>
              </a:rPr>
              <a:t>Khushboo</a:t>
            </a:r>
            <a:r>
              <a:rPr lang="pl-PL">
                <a:solidFill>
                  <a:srgbClr val="1B2B24"/>
                </a:solidFill>
                <a:latin typeface="Arial" pitchFamily="34" charset="0"/>
                <a:cs typeface="Arial" pitchFamily="34" charset="-120"/>
              </a:rPr>
              <a:t> to continue to work on the remaining logics – Deadline to be asessed based on the workload needed – </a:t>
            </a:r>
            <a:r>
              <a:rPr lang="pl-PL" b="1">
                <a:solidFill>
                  <a:srgbClr val="1B2B24"/>
                </a:solidFill>
                <a:latin typeface="Arial" pitchFamily="34" charset="0"/>
                <a:cs typeface="Arial" pitchFamily="34" charset="-120"/>
              </a:rPr>
              <a:t>Kushboo</a:t>
            </a:r>
            <a:r>
              <a:rPr lang="pl-PL">
                <a:solidFill>
                  <a:srgbClr val="1B2B24"/>
                </a:solidFill>
                <a:latin typeface="Arial" pitchFamily="34" charset="0"/>
                <a:cs typeface="Arial" pitchFamily="34" charset="-120"/>
              </a:rPr>
              <a:t> to asess until 27th of October</a:t>
            </a:r>
          </a:p>
          <a:p>
            <a:pPr marL="285750" indent="-285750">
              <a:buFontTx/>
              <a:buChar char="-"/>
            </a:pPr>
            <a:r>
              <a:rPr lang="pl-PL" b="1">
                <a:solidFill>
                  <a:srgbClr val="1B2B24"/>
                </a:solidFill>
                <a:latin typeface="Arial" pitchFamily="34" charset="0"/>
                <a:cs typeface="Arial" pitchFamily="34" charset="-120"/>
              </a:rPr>
              <a:t>Basak</a:t>
            </a:r>
            <a:r>
              <a:rPr lang="pl-PL">
                <a:solidFill>
                  <a:srgbClr val="1B2B24"/>
                </a:solidFill>
                <a:latin typeface="Arial" pitchFamily="34" charset="0"/>
                <a:cs typeface="Arial" pitchFamily="34" charset="-120"/>
              </a:rPr>
              <a:t> to schedule weekly status updates</a:t>
            </a:r>
          </a:p>
          <a:p>
            <a:pPr marL="285750" indent="-285750">
              <a:buFontTx/>
              <a:buChar char="-"/>
            </a:pPr>
            <a:endParaRPr lang="pl-PL" b="1">
              <a:solidFill>
                <a:srgbClr val="1B2B24"/>
              </a:solidFill>
              <a:latin typeface="Arial" pitchFamily="34" charset="0"/>
              <a:cs typeface="Arial" pitchFamily="34" charset="-120"/>
            </a:endParaRPr>
          </a:p>
          <a:p>
            <a:pPr marL="285750" indent="-285750">
              <a:buFontTx/>
              <a:buChar char="-"/>
            </a:pPr>
            <a:endParaRPr lang="pl-PL" b="1">
              <a:solidFill>
                <a:srgbClr val="1B2B24"/>
              </a:solidFill>
              <a:latin typeface="Arial" pitchFamily="34" charset="0"/>
              <a:cs typeface="Arial" pitchFamily="34" charset="-120"/>
            </a:endParaRPr>
          </a:p>
          <a:p>
            <a:pPr marL="285750" indent="-285750">
              <a:buFontTx/>
              <a:buChar char="-"/>
            </a:pPr>
            <a:endParaRPr lang="pl-PL" b="1">
              <a:solidFill>
                <a:srgbClr val="1B2B24"/>
              </a:solidFill>
              <a:latin typeface="Arial" pitchFamily="34" charset="0"/>
              <a:cs typeface="Arial" pitchFamily="34" charset="-120"/>
            </a:endParaRPr>
          </a:p>
          <a:p>
            <a:pPr marL="285750" indent="-285750">
              <a:buFontTx/>
              <a:buChar char="-"/>
            </a:pPr>
            <a:endParaRPr lang="pl-PL" b="1">
              <a:solidFill>
                <a:srgbClr val="1B2B24"/>
              </a:solidFill>
              <a:latin typeface="Arial" pitchFamily="34" charset="0"/>
              <a:cs typeface="Arial" pitchFamily="34" charset="-120"/>
            </a:endParaRPr>
          </a:p>
          <a:p>
            <a:pPr marL="285750" indent="-285750">
              <a:buFontTx/>
              <a:buChar char="-"/>
            </a:pPr>
            <a:endParaRPr lang="pl-PL" b="1">
              <a:solidFill>
                <a:srgbClr val="1B2B24"/>
              </a:solidFill>
              <a:latin typeface="Arial" pitchFamily="34" charset="0"/>
              <a:cs typeface="Arial" pitchFamily="34" charset="-120"/>
            </a:endParaRPr>
          </a:p>
          <a:p>
            <a:pPr marL="285750" indent="-285750">
              <a:buFontTx/>
              <a:buChar char="-"/>
            </a:pPr>
            <a:endParaRPr lang="pl-PL" b="1">
              <a:solidFill>
                <a:srgbClr val="1B2B24"/>
              </a:solidFill>
              <a:latin typeface="Arial" pitchFamily="34" charset="0"/>
              <a:cs typeface="Arial" pitchFamily="34" charset="-120"/>
            </a:endParaRPr>
          </a:p>
          <a:p>
            <a:pPr marL="285750" indent="-285750">
              <a:buFontTx/>
              <a:buChar char="-"/>
            </a:pPr>
            <a:endParaRPr lang="pl-PL" b="1">
              <a:solidFill>
                <a:srgbClr val="1B2B24"/>
              </a:solidFill>
              <a:latin typeface="Arial" pitchFamily="34" charset="0"/>
              <a:cs typeface="Arial" pitchFamily="34" charset="-120"/>
            </a:endParaRPr>
          </a:p>
          <a:p>
            <a:pPr marL="285750" indent="-285750">
              <a:buFontTx/>
              <a:buChar char="-"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151409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147FA186F1F345A74A89168F6DC1A6" ma:contentTypeVersion="3" ma:contentTypeDescription="Create a new document." ma:contentTypeScope="" ma:versionID="25ce68bf98b12e64d93bd11bf0b809cc">
  <xsd:schema xmlns:xsd="http://www.w3.org/2001/XMLSchema" xmlns:xs="http://www.w3.org/2001/XMLSchema" xmlns:p="http://schemas.microsoft.com/office/2006/metadata/properties" xmlns:ns2="67b696f3-4341-4b48-84b2-e8440626289c" targetNamespace="http://schemas.microsoft.com/office/2006/metadata/properties" ma:root="true" ma:fieldsID="e34b6fa43a76acd32a42b7146f73209c" ns2:_="">
    <xsd:import namespace="67b696f3-4341-4b48-84b2-e844062628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b696f3-4341-4b48-84b2-e844062628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13BEBF-D32E-4E60-84D9-CF5BBAE48A8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8673C84-71BC-4543-8C6F-AA638B8974F5}">
  <ds:schemaRefs>
    <ds:schemaRef ds:uri="67b696f3-4341-4b48-84b2-e8440626289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C3F585D-00CC-4584-BCB4-D6B07DB2C714}">
  <ds:schemaRefs>
    <ds:schemaRef ds:uri="67b696f3-4341-4b48-84b2-e8440626289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23507802-f8e4-4e38-829c-ac8ea9b241e4}" enabled="1" method="Privileged" siteId="{6e51e1ad-c54b-4b39-b598-0ffe9ae68fe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GEO Score Agent</dc:title>
  <dc:subject>PptxGenJS Presentation</dc:subject>
  <dc:creator>JAKUB FALKOWSKI</dc:creator>
  <cp:revision>1</cp:revision>
  <dcterms:created xsi:type="dcterms:W3CDTF">2026-10-06T17:49:23Z</dcterms:created>
  <dcterms:modified xsi:type="dcterms:W3CDTF">2026-10-13T13:02:52Z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0x01010070147FA186F1F345A74A89168F6DC1A6</vt:lpwstr>
  </property>
</Properties>
</file>