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74355-D237-4AC2-A4C6-8AF7E17D318A}" v="99" dt="2026-09-17T10:30:40.772"/>
    <p1510:client id="{FF827BC6-2135-4464-9F4F-4B5D2C436F33}" v="115" dt="2026-09-17T10:20:01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304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Introduction. Everything built here came out of problems Schneider teams brought to us. Gen Ateliér is framed as both a frontier-tech testbed and where the commercial grounding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Left: four areas of depth, with business acumen included as a capability in its own right. Right: contribution ideas framed as proposals to explore with the Electrifier community, each scoped to start on one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T-shaped skills. Depth is production GenAI and multi-agent automation; breadth is everything that lets me judge where it fits. POC topic proposed as GEO for Schneider technical content — swap this if the group would rather pilot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C5CF06-A89A-2D7A-3AF2-E697406B59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65825" y="6703060"/>
            <a:ext cx="276225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khushboo.nijhawa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3774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Khushboo Nijhawan</a:t>
            </a:r>
            <a:endParaRPr lang="en-US" sz="3100"/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Application Engineer, Schneider Electric  |  </a:t>
            </a:r>
            <a:r>
              <a:rPr lang="en-US" sz="11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Technical Blog Writing </a:t>
            </a:r>
            <a:r>
              <a:rPr lang="en-US" sz="11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Creator, Khushboo Builds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10680192" y="146304"/>
            <a:ext cx="1005840" cy="1005840"/>
          </a:xfrm>
          <a:prstGeom prst="ellipse">
            <a:avLst/>
          </a:prstGeom>
          <a:solidFill>
            <a:srgbClr val="EDF8F1"/>
          </a:solidFill>
          <a:ln w="15875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hoto_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912" y="192024"/>
            <a:ext cx="914400" cy="91440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61872"/>
            <a:ext cx="11183112" cy="0"/>
          </a:xfrm>
          <a:prstGeom prst="line">
            <a:avLst/>
          </a:prstGeom>
          <a:noFill/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31520" y="1444752"/>
            <a:ext cx="10725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I know, I learned building it here. I joined Schneider as an intern in January 2024, and the multi-agent assistants, RAG systems and automation I work on now all came out of problems our teams brought to us. Alongside that I have learned to write about the work so colleagues outside my team can use it and, from co-founding a small business of my own, to weigh cost, customers and commercial return alongside the build. I would like the next stage of that to be contributing beyond my own team which Electrifier equips me with.</a:t>
            </a:r>
            <a:endParaRPr lang="en-US" sz="1050"/>
          </a:p>
        </p:txBody>
      </p:sp>
      <p:sp>
        <p:nvSpPr>
          <p:cNvPr id="9" name="Text 6"/>
          <p:cNvSpPr txBox="1"/>
          <p:nvPr/>
        </p:nvSpPr>
        <p:spPr>
          <a:xfrm>
            <a:off x="502920" y="24140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Work — Schneider Electric</a:t>
            </a:r>
            <a:endParaRPr lang="en-US" sz="1300"/>
          </a:p>
        </p:txBody>
      </p:sp>
      <p:sp>
        <p:nvSpPr>
          <p:cNvPr id="10" name="Text 7"/>
          <p:cNvSpPr txBox="1"/>
          <p:nvPr/>
        </p:nvSpPr>
        <p:spPr>
          <a:xfrm>
            <a:off x="502920" y="26883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Application Engineer, Digital Governance &amp; Automation (Jun 2026–Present)</a:t>
            </a:r>
            <a:endParaRPr lang="en-US" sz="90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685800" y="29809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owner of problem management across all governance applications : 1,300+ tickets resolved at a 95% audit score. Reduce application tickets by 50%.</a:t>
            </a:r>
            <a:endParaRPr lang="en-US" sz="950"/>
          </a:p>
        </p:txBody>
      </p:sp>
      <p:sp>
        <p:nvSpPr>
          <p:cNvPr id="13" name="Shape 10"/>
          <p:cNvSpPr/>
          <p:nvPr/>
        </p:nvSpPr>
        <p:spPr>
          <a:xfrm>
            <a:off x="502920" y="3456432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685800" y="3364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shipped Team Member Agent with the team : a production multi-agent support assistant saving ~€95K a year</a:t>
            </a:r>
            <a:endParaRPr lang="en-US" sz="950"/>
          </a:p>
        </p:txBody>
      </p:sp>
      <p:sp>
        <p:nvSpPr>
          <p:cNvPr id="15" name="Shape 12"/>
          <p:cNvSpPr/>
          <p:nvPr/>
        </p:nvSpPr>
        <p:spPr>
          <a:xfrm>
            <a:off x="502920" y="3840480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85800" y="3749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ship DTC's first Copilot agent to production (Concur)</a:t>
            </a:r>
            <a:endParaRPr lang="en-US" sz="950"/>
          </a:p>
        </p:txBody>
      </p:sp>
      <p:sp>
        <p:nvSpPr>
          <p:cNvPr id="17" name="Shape 14"/>
          <p:cNvSpPr/>
          <p:nvPr/>
        </p:nvSpPr>
        <p:spPr>
          <a:xfrm>
            <a:off x="502920" y="4224528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85800" y="41330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multi-agent Resource Manager (Groq LLM) and the RAG-based Confluence Agent</a:t>
            </a:r>
            <a:endParaRPr lang="en-US" sz="950"/>
          </a:p>
        </p:txBody>
      </p:sp>
      <p:sp>
        <p:nvSpPr>
          <p:cNvPr id="19" name="Shape 16"/>
          <p:cNvSpPr/>
          <p:nvPr/>
        </p:nvSpPr>
        <p:spPr>
          <a:xfrm>
            <a:off x="502920" y="4608576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685800" y="45171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the Dilitrust → CLM migration: five months of work delivered in one, with better accuracy</a:t>
            </a:r>
            <a:endParaRPr lang="en-US" sz="950"/>
          </a:p>
        </p:txBody>
      </p:sp>
      <p:sp>
        <p:nvSpPr>
          <p:cNvPr id="21" name="Shape 18"/>
          <p:cNvSpPr/>
          <p:nvPr/>
        </p:nvSpPr>
        <p:spPr>
          <a:xfrm>
            <a:off x="502920" y="4992624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mass deactivation from 7 days to 24 hours using UiPath and SnapLogic</a:t>
            </a:r>
            <a:endParaRPr lang="en-US" sz="950"/>
          </a:p>
        </p:txBody>
      </p:sp>
      <p:sp>
        <p:nvSpPr>
          <p:cNvPr id="23" name="Shape 20"/>
          <p:cNvSpPr/>
          <p:nvPr/>
        </p:nvSpPr>
        <p:spPr>
          <a:xfrm>
            <a:off x="502920" y="5376672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685800" y="52852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facilitate the AI Engineers Guild  our cross-functional GenAI community across DTC</a:t>
            </a:r>
            <a:endParaRPr lang="en-US" sz="950"/>
          </a:p>
        </p:txBody>
      </p:sp>
      <p:sp>
        <p:nvSpPr>
          <p:cNvPr id="25" name="Text 22"/>
          <p:cNvSpPr txBox="1"/>
          <p:nvPr/>
        </p:nvSpPr>
        <p:spPr>
          <a:xfrm>
            <a:off x="6492240" y="2414016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Work — What Comes Back In</a:t>
            </a:r>
            <a:endParaRPr lang="en-US" sz="1300"/>
          </a:p>
        </p:txBody>
      </p:sp>
      <p:sp>
        <p:nvSpPr>
          <p:cNvPr id="26" name="Shape 23"/>
          <p:cNvSpPr/>
          <p:nvPr/>
        </p:nvSpPr>
        <p:spPr>
          <a:xfrm>
            <a:off x="6492240" y="2743200"/>
            <a:ext cx="5193792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6693408" y="2816352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Khushboo Builds  ·  Creator</a:t>
            </a:r>
            <a:endParaRPr lang="en-US" sz="1150"/>
          </a:p>
        </p:txBody>
      </p:sp>
      <p:sp>
        <p:nvSpPr>
          <p:cNvPr id="28" name="Text 25"/>
          <p:cNvSpPr txBox="1"/>
          <p:nvPr/>
        </p:nvSpPr>
        <p:spPr>
          <a:xfrm>
            <a:off x="6693408" y="3090672"/>
            <a:ext cx="4791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tech community of 15K+ minds. I write on Medium about AI, GenAI infrastructure and content strategy mostly to explain things I had to work out myself.</a:t>
            </a:r>
            <a:endParaRPr lang="en-US" sz="950"/>
          </a:p>
        </p:txBody>
      </p:sp>
      <p:sp>
        <p:nvSpPr>
          <p:cNvPr id="29" name="Text 26"/>
          <p:cNvSpPr txBox="1"/>
          <p:nvPr/>
        </p:nvSpPr>
        <p:spPr>
          <a:xfrm>
            <a:off x="6693408" y="3566160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medium.com/@khushboo.nijhawan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6492240" y="3986784"/>
            <a:ext cx="5193792" cy="1700784"/>
          </a:xfrm>
          <a:prstGeom prst="roundRect">
            <a:avLst>
              <a:gd name="adj" fmla="val 5376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6693408" y="405993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Ateliér  ·  Co-Founder</a:t>
            </a:r>
            <a:endParaRPr lang="en-US" sz="1150"/>
          </a:p>
        </p:txBody>
      </p:sp>
      <p:sp>
        <p:nvSpPr>
          <p:cNvPr id="32" name="Text 29"/>
          <p:cNvSpPr txBox="1"/>
          <p:nvPr/>
        </p:nvSpPr>
        <p:spPr>
          <a:xfrm>
            <a:off x="6693408" y="4334256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pre-launch venture</a:t>
            </a:r>
            <a:endParaRPr lang="en-US" sz="950"/>
          </a:p>
        </p:txBody>
      </p:sp>
      <p:sp>
        <p:nvSpPr>
          <p:cNvPr id="33" name="Text 30"/>
          <p:cNvSpPr txBox="1"/>
          <p:nvPr/>
        </p:nvSpPr>
        <p:spPr>
          <a:xfrm>
            <a:off x="6693408" y="4700016"/>
            <a:ext cx="4791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where I try frontier tech  like agentic workflows, GenAI content and imagery, GEO-first discovery  and where I have had to learn the business side: pricing, customers, unit economics, owning the numbers. That commercial grounding is what I bring back to how I scope and justify work here.</a:t>
            </a:r>
            <a:endParaRPr lang="en-US" sz="950"/>
          </a:p>
        </p:txBody>
      </p:sp>
      <p:sp>
        <p:nvSpPr>
          <p:cNvPr id="34" name="Shape 31"/>
          <p:cNvSpPr/>
          <p:nvPr/>
        </p:nvSpPr>
        <p:spPr>
          <a:xfrm>
            <a:off x="502920" y="5779008"/>
            <a:ext cx="11183112" cy="0"/>
          </a:xfrm>
          <a:prstGeom prst="line">
            <a:avLst/>
          </a:prstGeom>
          <a:noFill/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502920" y="585216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DTC Intern  →  Aug 2024 Graduate Engineer Trainee  →  Sep 2025 Application Engineer  →  Jun 2026 Senior Application Engineer</a:t>
            </a:r>
            <a:endParaRPr lang="en-US" sz="900"/>
          </a:p>
        </p:txBody>
      </p:sp>
      <p:sp>
        <p:nvSpPr>
          <p:cNvPr id="36" name="Text 33"/>
          <p:cNvSpPr txBox="1"/>
          <p:nvPr/>
        </p:nvSpPr>
        <p:spPr>
          <a:xfrm>
            <a:off x="502920" y="6089904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VIT Vellore — Rank 7 (CGPA 9.24/10)  ·  National Hackathon Winner  ·  Mountain Movers Award, SE Excellence 2024</a:t>
            </a:r>
            <a:endParaRPr lang="en-US" sz="900"/>
          </a:p>
        </p:txBody>
      </p:sp>
      <p:sp>
        <p:nvSpPr>
          <p:cNvPr id="38" name="Text 35"/>
          <p:cNvSpPr txBox="1"/>
          <p:nvPr/>
        </p:nvSpPr>
        <p:spPr>
          <a:xfrm>
            <a:off x="98572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bring, and how I would like to contribute</a:t>
            </a:r>
            <a:endParaRPr lang="en-US" sz="260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at Schneider, tested in public. The ideas on the right are starting points to explore with the community, not finished plans.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02920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areas where I've built depth</a:t>
            </a:r>
            <a:endParaRPr lang="en-US" sz="1300"/>
          </a:p>
        </p:txBody>
      </p:sp>
      <p:sp>
        <p:nvSpPr>
          <p:cNvPr id="6" name="Text 4"/>
          <p:cNvSpPr txBox="1"/>
          <p:nvPr/>
        </p:nvSpPr>
        <p:spPr>
          <a:xfrm>
            <a:off x="6174232" y="133502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FB457"/>
                </a:solidFill>
                <a:latin typeface="Calibri"/>
                <a:ea typeface="Calibri"/>
                <a:cs typeface="Calibri"/>
              </a:rPr>
              <a:t>How I'd like to contribute at group level. Reference: Chapters 8 and 10 of  GEO Functional – Content Kit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1700784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04088" y="177393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GenAI engineering</a:t>
            </a:r>
            <a:endParaRPr lang="en-US" sz="1150"/>
          </a:p>
        </p:txBody>
      </p:sp>
      <p:sp>
        <p:nvSpPr>
          <p:cNvPr id="9" name="Text 7"/>
          <p:cNvSpPr txBox="1"/>
          <p:nvPr/>
        </p:nvSpPr>
        <p:spPr>
          <a:xfrm>
            <a:off x="704088" y="2029968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Support Hub (~€95K a year) · DTC's first Copilot agent in production (Concur) · Resource Manager on Groq · RAG Confluence Agent · 7 days → 24 hours with UiPath and SnapLogic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04088" y="265176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writing</a:t>
            </a:r>
            <a:endParaRPr lang="en-US" sz="1150"/>
          </a:p>
        </p:txBody>
      </p:sp>
      <p:sp>
        <p:nvSpPr>
          <p:cNvPr id="12" name="Text 10"/>
          <p:cNvSpPr txBox="1"/>
          <p:nvPr/>
        </p:nvSpPr>
        <p:spPr>
          <a:xfrm>
            <a:off x="704088" y="2907792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8.9K organic views / 3K reads on one Copilot Studio guide, with no ad spend · Four white papers inside Schneider · Writer on Medium: AI, GenAI infrastructure, content strategy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04088" y="352958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Engine Optimization</a:t>
            </a:r>
            <a:endParaRPr lang="en-US" sz="1150"/>
          </a:p>
        </p:txBody>
      </p:sp>
      <p:sp>
        <p:nvSpPr>
          <p:cNvPr id="15" name="Text 13"/>
          <p:cNvSpPr txBox="1"/>
          <p:nvPr/>
        </p:nvSpPr>
        <p:spPr>
          <a:xfrm>
            <a:off x="704088" y="3785616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1.3K+ algorithmic “Presentations” on a single article — recommendation-engine discovery rather than keyword SEO · A 15K+ community grown with no paid spend behind it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502920" y="4324208"/>
            <a:ext cx="5394960" cy="804672"/>
          </a:xfrm>
          <a:prstGeom prst="roundRect">
            <a:avLst>
              <a:gd name="adj" fmla="val 11364"/>
            </a:avLst>
          </a:prstGeom>
          <a:solidFill>
            <a:schemeClr val="bg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04088" y="440740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acumen</a:t>
            </a:r>
            <a:endParaRPr lang="en-US" sz="1150"/>
          </a:p>
        </p:txBody>
      </p:sp>
      <p:sp>
        <p:nvSpPr>
          <p:cNvPr id="18" name="Text 16"/>
          <p:cNvSpPr txBox="1"/>
          <p:nvPr/>
        </p:nvSpPr>
        <p:spPr>
          <a:xfrm>
            <a:off x="704088" y="4663440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Co-founding Gen Ateliér has meant owning pricing, customers, unit economics and the numbers — so I scope and justify work here in terms of cost and return, not only build effort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6245352" y="1700784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46520" y="177393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define a GEO standard for our content (Boost Third Party Citation)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6446520" y="2029968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and a simple playbook so Schneider content is structured to be cited by AI answer engines, not only indexed by search. Start with one category and measure honestly.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6245352" y="2578608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46520" y="265176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agent-assisted content operations</a:t>
            </a:r>
            <a:endParaRPr lang="en-US" sz="1150"/>
          </a:p>
        </p:txBody>
      </p:sp>
      <p:sp>
        <p:nvSpPr>
          <p:cNvPr id="24" name="Text 22"/>
          <p:cNvSpPr txBox="1"/>
          <p:nvPr/>
        </p:nvSpPr>
        <p:spPr>
          <a:xfrm>
            <a:off x="6446520" y="2907792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grounded in Schneider's own approved sources, so category teams draft technically accurate content faster, with fact-checking built into the workflow.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6245352" y="3456432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46520" y="352958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technical writing with engineers</a:t>
            </a:r>
            <a:endParaRPr lang="en-US" sz="1150"/>
          </a:p>
        </p:txBody>
      </p:sp>
      <p:sp>
        <p:nvSpPr>
          <p:cNvPr id="27" name="Text 25"/>
          <p:cNvSpPr txBox="1"/>
          <p:nvPr/>
        </p:nvSpPr>
        <p:spPr>
          <a:xfrm>
            <a:off x="6446520" y="3785616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guild model applied to writing: helping colleagues turn what they already know into publishable assets, so the output never depends on one person.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6245352" y="4334256"/>
            <a:ext cx="53949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46520" y="440740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discovery properly</a:t>
            </a:r>
            <a:endParaRPr lang="en-US" sz="1150"/>
          </a:p>
        </p:txBody>
      </p:sp>
      <p:sp>
        <p:nvSpPr>
          <p:cNvPr id="30" name="Text 28"/>
          <p:cNvSpPr txBox="1"/>
          <p:nvPr/>
        </p:nvSpPr>
        <p:spPr>
          <a:xfrm>
            <a:off x="6446520" y="4663440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8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AI-citation share, assisted discovery and engagement depth — so we can tell what is genuinely working when the buyer never reaches a results page.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502920" y="5285232"/>
            <a:ext cx="11183112" cy="914400"/>
          </a:xfrm>
          <a:prstGeom prst="roundRect">
            <a:avLst>
              <a:gd name="adj" fmla="val 12000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731520" y="5340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have taken ownership so far</a:t>
            </a:r>
            <a:endParaRPr lang="en-US" sz="1150"/>
          </a:p>
        </p:txBody>
      </p:sp>
      <p:sp>
        <p:nvSpPr>
          <p:cNvPr id="33" name="Shape 31"/>
          <p:cNvSpPr/>
          <p:nvPr/>
        </p:nvSpPr>
        <p:spPr>
          <a:xfrm>
            <a:off x="731520" y="5705856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14400" y="561441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facilitate the AI Engineers Guild our GenAI community across DTC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731520" y="5980176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914400" y="588873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owner of problem management across all governance applications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6217920" y="5705856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400800" y="561441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Creator, Khushboo Builds — a 15K+ community grown from zero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6217920" y="5980176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400800" y="588873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Movers Award — SE Excellence 2024  ·  National Hackathon Winner</a:t>
            </a:r>
            <a:endParaRPr lang="en-US" sz="900"/>
          </a:p>
        </p:txBody>
      </p:sp>
      <p:sp>
        <p:nvSpPr>
          <p:cNvPr id="41" name="Text 39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Khushboo Nijhawan — Electrifier Candidate Introduction</a:t>
            </a:r>
            <a:endParaRPr lang="en-US" sz="850"/>
          </a:p>
        </p:txBody>
      </p:sp>
      <p:sp>
        <p:nvSpPr>
          <p:cNvPr id="42" name="Text 40"/>
          <p:cNvSpPr txBox="1"/>
          <p:nvPr/>
        </p:nvSpPr>
        <p:spPr>
          <a:xfrm>
            <a:off x="98572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74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260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enough to connect the dots across our platforms, deep in one discipline — and a POC to prove it.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5815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OF EXPERIENCE, KNOWLEDGE &amp; SKILLS</a:t>
            </a:r>
            <a:endParaRPr lang="en-US" sz="85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&amp; integration</a:t>
            </a:r>
            <a:endParaRPr lang="en-US" sz="800"/>
          </a:p>
        </p:txBody>
      </p:sp>
      <p:sp>
        <p:nvSpPr>
          <p:cNvPr id="8" name="Shape 6"/>
          <p:cNvSpPr/>
          <p:nvPr/>
        </p:nvSpPr>
        <p:spPr>
          <a:xfrm>
            <a:off x="2121408" y="157276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2121408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applications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3602736" y="157276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602736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800"/>
          </a:p>
        </p:txBody>
      </p:sp>
      <p:sp>
        <p:nvSpPr>
          <p:cNvPr id="12" name="Shape 10"/>
          <p:cNvSpPr/>
          <p:nvPr/>
        </p:nvSpPr>
        <p:spPr>
          <a:xfrm>
            <a:off x="5084064" y="1572768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084064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writing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640080" y="1956816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" y="1956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&amp; discovery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2121408" y="1956816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2121408" y="1956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delivery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602736" y="1956816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3602736" y="1956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commercial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5084064" y="1956816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084064" y="1956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E7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enablement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640080" y="2395728"/>
            <a:ext cx="5815584" cy="457200"/>
          </a:xfrm>
          <a:prstGeom prst="roundRect">
            <a:avLst>
              <a:gd name="adj" fmla="val 12000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136392" y="2852928"/>
            <a:ext cx="822960" cy="214884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40080" y="30175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BREADTH MATTERS</a:t>
            </a:r>
            <a:endParaRPr lang="en-US" sz="800"/>
          </a:p>
        </p:txBody>
      </p:sp>
      <p:sp>
        <p:nvSpPr>
          <p:cNvPr id="25" name="Text 23"/>
          <p:cNvSpPr txBox="1"/>
          <p:nvPr/>
        </p:nvSpPr>
        <p:spPr>
          <a:xfrm>
            <a:off x="640080" y="32918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lets me see where an agent actually fits a business process, what it will cost, and whether it is worth building at all.</a:t>
            </a:r>
            <a:endParaRPr lang="en-US" sz="900"/>
          </a:p>
        </p:txBody>
      </p:sp>
      <p:sp>
        <p:nvSpPr>
          <p:cNvPr id="26" name="Text 24"/>
          <p:cNvSpPr txBox="1"/>
          <p:nvPr/>
        </p:nvSpPr>
        <p:spPr>
          <a:xfrm>
            <a:off x="4206240" y="301752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00" b="1" kern="0" spc="8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HIGH-LEVEL EXPERTISE IN ONE DISCIPLINE</a:t>
            </a:r>
            <a:endParaRPr lang="en-US" sz="800"/>
          </a:p>
        </p:txBody>
      </p:sp>
      <p:sp>
        <p:nvSpPr>
          <p:cNvPr id="27" name="Text 25"/>
          <p:cNvSpPr txBox="1"/>
          <p:nvPr/>
        </p:nvSpPr>
        <p:spPr>
          <a:xfrm>
            <a:off x="4206240" y="341985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GenAI &amp; multi-agent automation</a:t>
            </a:r>
            <a:endParaRPr lang="en-US" sz="1250"/>
          </a:p>
        </p:txBody>
      </p:sp>
      <p:sp>
        <p:nvSpPr>
          <p:cNvPr id="28" name="Text 26"/>
          <p:cNvSpPr txBox="1"/>
          <p:nvPr/>
        </p:nvSpPr>
        <p:spPr>
          <a:xfrm>
            <a:off x="4206240" y="4023360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and orchestration, RAG and grounding, evaluation — and the unglamorous part: getting it into production and keeping it there.</a:t>
            </a:r>
            <a:endParaRPr lang="en-US" sz="900"/>
          </a:p>
        </p:txBody>
      </p:sp>
      <p:sp>
        <p:nvSpPr>
          <p:cNvPr id="29" name="Text 27"/>
          <p:cNvSpPr txBox="1"/>
          <p:nvPr/>
        </p:nvSpPr>
        <p:spPr>
          <a:xfrm>
            <a:off x="640080" y="5138928"/>
            <a:ext cx="5815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T-shaped: I can work across our platforms, and combine digital &amp; business acumen..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6858000" y="1280160"/>
            <a:ext cx="4828032" cy="1691640"/>
          </a:xfrm>
          <a:prstGeom prst="roundRect">
            <a:avLst>
              <a:gd name="adj" fmla="val 6486"/>
            </a:avLst>
          </a:prstGeom>
          <a:solidFill>
            <a:srgbClr val="EDF8F1"/>
          </a:solidFill>
          <a:ln w="12700">
            <a:solidFill>
              <a:srgbClr val="A8DD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086600" y="1389888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2FB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</a:t>
            </a:r>
            <a:endParaRPr lang="en-US" sz="900"/>
          </a:p>
        </p:txBody>
      </p:sp>
      <p:sp>
        <p:nvSpPr>
          <p:cNvPr id="32" name="Text 30"/>
          <p:cNvSpPr txBox="1"/>
          <p:nvPr/>
        </p:nvSpPr>
        <p:spPr>
          <a:xfrm>
            <a:off x="7086600" y="1645920"/>
            <a:ext cx="4370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Management &amp; Contactors (</a:t>
            </a:r>
            <a:r>
              <a:rPr lang="en-US" sz="1600" b="1" err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Altivar</a:t>
            </a:r>
            <a:r>
              <a:rPr lang="en-US" sz="16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600" b="1" err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TeSys</a:t>
            </a:r>
            <a:r>
              <a:rPr lang="en-US" sz="16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7086600" y="2103120"/>
            <a:ext cx="4370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complete business understanding from BU’s and  narrow down the GEO delivery kit Making our products citable by AI answer engines.</a:t>
            </a:r>
          </a:p>
          <a:p>
            <a:pPr marL="0" indent="0">
              <a:lnSpc>
                <a:spcPct val="105000"/>
              </a:lnSpc>
              <a:buNone/>
            </a:pPr>
            <a:endParaRPr lang="en-US" sz="950">
              <a:solidFill>
                <a:srgbClr val="3F4A4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858000" y="3127248"/>
            <a:ext cx="4828032" cy="281635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7086600" y="3236976"/>
            <a:ext cx="4370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WOULD CONTRIBUTE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7086600" y="3630168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7269480" y="35478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</a:t>
            </a:r>
            <a:r>
              <a:rPr lang="en-US" sz="900" b="1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will be on “Motor Management Function.”  ~Target 40- 50% of the mix with B2B distributors to deliver a quick IMPACT.</a:t>
            </a:r>
            <a:b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Deliver: Contribute to the playbook led by Jakub Falkowski. Work closely with BUs to deliver the POC as my Electrifier project. 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7086600" y="4224528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7269480" y="414223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Follow the playbook guidelines. </a:t>
            </a: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how our content is retrieved and cited today, restructure it, then use a RAG agent grounded in approved SE sources to draft and fact-check at scale.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7086600" y="4818888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7269480" y="473659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00" b="1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- </a:t>
            </a:r>
            <a:r>
              <a:rPr lang="en-US" sz="90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AI-citation share, assisted discovery and engagement depth, against a control set.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7086600" y="5413248"/>
            <a:ext cx="82296" cy="82296"/>
          </a:xfrm>
          <a:prstGeom prst="ellipse">
            <a:avLst/>
          </a:prstGeom>
          <a:solidFill>
            <a:srgbClr val="3DCD5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Khushboo Nijhawan — Electrifier Candidate Introduction</a:t>
            </a:r>
            <a:endParaRPr lang="en-US" sz="850"/>
          </a:p>
        </p:txBody>
      </p:sp>
      <p:sp>
        <p:nvSpPr>
          <p:cNvPr id="45" name="Text 43"/>
          <p:cNvSpPr txBox="1"/>
          <p:nvPr/>
        </p:nvSpPr>
        <p:spPr>
          <a:xfrm>
            <a:off x="985723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04A0CD-05D3-6D69-385A-8C9EE1341D78}"/>
              </a:ext>
            </a:extLst>
          </p:cNvPr>
          <p:cNvSpPr txBox="1"/>
          <p:nvPr/>
        </p:nvSpPr>
        <p:spPr>
          <a:xfrm>
            <a:off x="7199157" y="5305932"/>
            <a:ext cx="3737282" cy="239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950">
                <a:solidFill>
                  <a:srgbClr val="3F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 progress with mentors: Steven Javor, Sanjay Mehta. 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B9C8D-C352-AD0C-3082-6652156D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1030"/>
            <a:ext cx="12192000" cy="5615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E794D8-DE53-A3CD-ABA5-9BBEB9F83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5690" y="3004383"/>
            <a:ext cx="710174" cy="2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64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443d00-af18-408c-9335-47b5de3ec9b9}" enabled="1" method="Privileged" siteId="{6e51e1ad-c54b-4b39-b598-0ffe9ae68fe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24355</TotalTime>
  <Words>1249</Words>
  <Application>Microsoft Office PowerPoint</Application>
  <PresentationFormat>Widescreen</PresentationFormat>
  <Paragraphs>82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Electrifier Candidate Introduction — Khushboo Nijhawan</dc:title>
  <dc:subject>PptxGenJS Presentation</dc:subject>
  <dc:creator>Khushboo Nijhawan</dc:creator>
  <cp:lastModifiedBy>Khushboo Nijhawan</cp:lastModifiedBy>
  <cp:revision>2</cp:revision>
  <dcterms:created xsi:type="dcterms:W3CDTF">2026-09-16T13:55:24Z</dcterms:created>
  <dcterms:modified xsi:type="dcterms:W3CDTF">2026-10-09T07:07:49Z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General</vt:lpwstr>
  </property>
</Properties>
</file>